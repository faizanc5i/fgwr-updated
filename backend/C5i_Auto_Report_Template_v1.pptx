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2"/>
    <p:sldMasterId id="2147483721" r:id="rId3"/>
  </p:sldMasterIdLst>
  <p:notesMasterIdLst>
    <p:notesMasterId r:id="rId9"/>
  </p:notesMasterIdLst>
  <p:handoutMasterIdLst>
    <p:handoutMasterId r:id="rId10"/>
  </p:handoutMasterIdLst>
  <p:sldIdLst>
    <p:sldId id="2147480468" r:id="rId4"/>
    <p:sldId id="2147480440" r:id="rId5"/>
    <p:sldId id="2147480496" r:id="rId6"/>
    <p:sldId id="2147480420" r:id="rId7"/>
    <p:sldId id="214748042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0070"/>
    <a:srgbClr val="420897"/>
    <a:srgbClr val="BFBFBF"/>
    <a:srgbClr val="A353FF"/>
    <a:srgbClr val="AD7AF8"/>
    <a:srgbClr val="8437F4"/>
    <a:srgbClr val="4E00A8"/>
    <a:srgbClr val="6800E0"/>
    <a:srgbClr val="7200DE"/>
    <a:srgbClr val="2A00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0137FC-DB1E-48D0-8410-8BFE48E8A54B}" v="3" dt="2026-06-23T06:24:59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9" autoAdjust="0"/>
    <p:restoredTop sz="95097" autoAdjust="0"/>
  </p:normalViewPr>
  <p:slideViewPr>
    <p:cSldViewPr snapToGrid="0">
      <p:cViewPr varScale="1">
        <p:scale>
          <a:sx n="63" d="100"/>
          <a:sy n="63" d="100"/>
        </p:scale>
        <p:origin x="4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2405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wamoorthy R" userId="ab2d39e4-5d74-4875-928a-a69f3c787025" providerId="ADAL" clId="{37C18594-8562-4502-9EAC-EDB5568DFF08}"/>
    <pc:docChg chg="undo redo custSel addSld delSld modSld sldOrd modMainMaster">
      <pc:chgData name="Vishwamoorthy R" userId="ab2d39e4-5d74-4875-928a-a69f3c787025" providerId="ADAL" clId="{37C18594-8562-4502-9EAC-EDB5568DFF08}" dt="2026-06-23T07:27:46.480" v="952" actId="1036"/>
      <pc:docMkLst>
        <pc:docMk/>
      </pc:docMkLst>
      <pc:sldChg chg="modSp mod ord">
        <pc:chgData name="Vishwamoorthy R" userId="ab2d39e4-5d74-4875-928a-a69f3c787025" providerId="ADAL" clId="{37C18594-8562-4502-9EAC-EDB5568DFF08}" dt="2026-06-23T07:26:38.920" v="873" actId="20577"/>
        <pc:sldMkLst>
          <pc:docMk/>
          <pc:sldMk cId="2415798876" sldId="2147480420"/>
        </pc:sldMkLst>
        <pc:spChg chg="mod">
          <ac:chgData name="Vishwamoorthy R" userId="ab2d39e4-5d74-4875-928a-a69f3c787025" providerId="ADAL" clId="{37C18594-8562-4502-9EAC-EDB5568DFF08}" dt="2026-06-12T15:56:13.331" v="761" actId="962"/>
          <ac:spMkLst>
            <pc:docMk/>
            <pc:sldMk cId="2415798876" sldId="2147480420"/>
            <ac:spMk id="2" creationId="{EAEBA926-F6D2-69DC-7F2C-6793511DBBC8}"/>
          </ac:spMkLst>
        </pc:spChg>
        <pc:spChg chg="mod">
          <ac:chgData name="Vishwamoorthy R" userId="ab2d39e4-5d74-4875-928a-a69f3c787025" providerId="ADAL" clId="{37C18594-8562-4502-9EAC-EDB5568DFF08}" dt="2026-06-12T15:56:52.297" v="764" actId="962"/>
          <ac:spMkLst>
            <pc:docMk/>
            <pc:sldMk cId="2415798876" sldId="2147480420"/>
            <ac:spMk id="3" creationId="{47ACCBC3-86A1-C991-B132-7117369CB455}"/>
          </ac:spMkLst>
        </pc:spChg>
        <pc:spChg chg="mod">
          <ac:chgData name="Vishwamoorthy R" userId="ab2d39e4-5d74-4875-928a-a69f3c787025" providerId="ADAL" clId="{37C18594-8562-4502-9EAC-EDB5568DFF08}" dt="2026-06-12T15:57:28.450" v="765" actId="962"/>
          <ac:spMkLst>
            <pc:docMk/>
            <pc:sldMk cId="2415798876" sldId="2147480420"/>
            <ac:spMk id="4" creationId="{DD1EBF30-01DC-6E5F-6B9B-93F6A762281E}"/>
          </ac:spMkLst>
        </pc:spChg>
        <pc:spChg chg="mod">
          <ac:chgData name="Vishwamoorthy R" userId="ab2d39e4-5d74-4875-928a-a69f3c787025" providerId="ADAL" clId="{37C18594-8562-4502-9EAC-EDB5568DFF08}" dt="2026-06-23T07:26:38.920" v="873" actId="20577"/>
          <ac:spMkLst>
            <pc:docMk/>
            <pc:sldMk cId="2415798876" sldId="2147480420"/>
            <ac:spMk id="7" creationId="{D6763F2A-87E1-EA55-6F4D-31078FDA4B45}"/>
          </ac:spMkLst>
        </pc:spChg>
        <pc:graphicFrameChg chg="mod">
          <ac:chgData name="Vishwamoorthy R" userId="ab2d39e4-5d74-4875-928a-a69f3c787025" providerId="ADAL" clId="{37C18594-8562-4502-9EAC-EDB5568DFF08}" dt="2026-06-12T15:56:40.827" v="763" actId="962"/>
          <ac:graphicFrameMkLst>
            <pc:docMk/>
            <pc:sldMk cId="2415798876" sldId="2147480420"/>
            <ac:graphicFrameMk id="25" creationId="{8FF0FD6E-9A06-3539-93CD-817E8A49C788}"/>
          </ac:graphicFrameMkLst>
        </pc:graphicFrameChg>
      </pc:sldChg>
      <pc:sldChg chg="addSp delSp modSp mod ord">
        <pc:chgData name="Vishwamoorthy R" userId="ab2d39e4-5d74-4875-928a-a69f3c787025" providerId="ADAL" clId="{37C18594-8562-4502-9EAC-EDB5568DFF08}" dt="2026-06-23T07:27:04.385" v="935" actId="20577"/>
        <pc:sldMkLst>
          <pc:docMk/>
          <pc:sldMk cId="3972635074" sldId="2147480421"/>
        </pc:sldMkLst>
        <pc:spChg chg="mod">
          <ac:chgData name="Vishwamoorthy R" userId="ab2d39e4-5d74-4875-928a-a69f3c787025" providerId="ADAL" clId="{37C18594-8562-4502-9EAC-EDB5568DFF08}" dt="2026-06-12T15:59:46.334" v="783" actId="20577"/>
          <ac:spMkLst>
            <pc:docMk/>
            <pc:sldMk cId="3972635074" sldId="2147480421"/>
            <ac:spMk id="2" creationId="{E49CF08E-7887-44CC-5D3B-2BB50B414FD8}"/>
          </ac:spMkLst>
        </pc:spChg>
        <pc:spChg chg="mod">
          <ac:chgData name="Vishwamoorthy R" userId="ab2d39e4-5d74-4875-928a-a69f3c787025" providerId="ADAL" clId="{37C18594-8562-4502-9EAC-EDB5568DFF08}" dt="2026-06-12T16:00:23.117" v="786" actId="962"/>
          <ac:spMkLst>
            <pc:docMk/>
            <pc:sldMk cId="3972635074" sldId="2147480421"/>
            <ac:spMk id="3" creationId="{386F9AFD-06F2-11CD-5052-825C746FD7C3}"/>
          </ac:spMkLst>
        </pc:spChg>
        <pc:spChg chg="mod">
          <ac:chgData name="Vishwamoorthy R" userId="ab2d39e4-5d74-4875-928a-a69f3c787025" providerId="ADAL" clId="{37C18594-8562-4502-9EAC-EDB5568DFF08}" dt="2026-06-12T16:00:10.167" v="785" actId="962"/>
          <ac:spMkLst>
            <pc:docMk/>
            <pc:sldMk cId="3972635074" sldId="2147480421"/>
            <ac:spMk id="4" creationId="{0F1DAE53-4C86-8FCB-9D02-6D1E882BA0BF}"/>
          </ac:spMkLst>
        </pc:spChg>
        <pc:spChg chg="add mod">
          <ac:chgData name="Vishwamoorthy R" userId="ab2d39e4-5d74-4875-928a-a69f3c787025" providerId="ADAL" clId="{37C18594-8562-4502-9EAC-EDB5568DFF08}" dt="2026-06-23T07:27:04.385" v="935" actId="20577"/>
          <ac:spMkLst>
            <pc:docMk/>
            <pc:sldMk cId="3972635074" sldId="2147480421"/>
            <ac:spMk id="5" creationId="{4948BB67-E245-5023-CDA4-A4239009C4B5}"/>
          </ac:spMkLst>
        </pc:spChg>
      </pc:sldChg>
      <pc:sldChg chg="addSp delSp modSp mod ord">
        <pc:chgData name="Vishwamoorthy R" userId="ab2d39e4-5d74-4875-928a-a69f3c787025" providerId="ADAL" clId="{37C18594-8562-4502-9EAC-EDB5568DFF08}" dt="2026-06-23T07:27:31.612" v="938" actId="14100"/>
        <pc:sldMkLst>
          <pc:docMk/>
          <pc:sldMk cId="629241620" sldId="2147480440"/>
        </pc:sldMkLst>
        <pc:spChg chg="mod">
          <ac:chgData name="Vishwamoorthy R" userId="ab2d39e4-5d74-4875-928a-a69f3c787025" providerId="ADAL" clId="{37C18594-8562-4502-9EAC-EDB5568DFF08}" dt="2026-06-12T14:22:48.778" v="381" actId="962"/>
          <ac:spMkLst>
            <pc:docMk/>
            <pc:sldMk cId="629241620" sldId="2147480440"/>
            <ac:spMk id="3" creationId="{FC3869AC-CAEF-865F-14CC-94CEA4999393}"/>
          </ac:spMkLst>
        </pc:spChg>
        <pc:spChg chg="mod">
          <ac:chgData name="Vishwamoorthy R" userId="ab2d39e4-5d74-4875-928a-a69f3c787025" providerId="ADAL" clId="{37C18594-8562-4502-9EAC-EDB5568DFF08}" dt="2026-06-12T15:16:05.643" v="559" actId="962"/>
          <ac:spMkLst>
            <pc:docMk/>
            <pc:sldMk cId="629241620" sldId="2147480440"/>
            <ac:spMk id="5" creationId="{05C9BE63-0493-59CB-F486-D463ACC0297E}"/>
          </ac:spMkLst>
        </pc:spChg>
        <pc:spChg chg="add mod">
          <ac:chgData name="Vishwamoorthy R" userId="ab2d39e4-5d74-4875-928a-a69f3c787025" providerId="ADAL" clId="{37C18594-8562-4502-9EAC-EDB5568DFF08}" dt="2026-06-23T07:27:31.612" v="938" actId="14100"/>
          <ac:spMkLst>
            <pc:docMk/>
            <pc:sldMk cId="629241620" sldId="2147480440"/>
            <ac:spMk id="6" creationId="{7E89730B-9084-BAF1-BA96-26A331777E03}"/>
          </ac:spMkLst>
        </pc:spChg>
        <pc:spChg chg="add mod">
          <ac:chgData name="Vishwamoorthy R" userId="ab2d39e4-5d74-4875-928a-a69f3c787025" providerId="ADAL" clId="{37C18594-8562-4502-9EAC-EDB5568DFF08}" dt="2026-06-23T07:27:26.578" v="937" actId="14100"/>
          <ac:spMkLst>
            <pc:docMk/>
            <pc:sldMk cId="629241620" sldId="2147480440"/>
            <ac:spMk id="7" creationId="{68664852-D0A1-8246-191C-163C508249CA}"/>
          </ac:spMkLst>
        </pc:spChg>
        <pc:spChg chg="mod">
          <ac:chgData name="Vishwamoorthy R" userId="ab2d39e4-5d74-4875-928a-a69f3c787025" providerId="ADAL" clId="{37C18594-8562-4502-9EAC-EDB5568DFF08}" dt="2026-06-23T07:26:24.538" v="849" actId="20577"/>
          <ac:spMkLst>
            <pc:docMk/>
            <pc:sldMk cId="629241620" sldId="2147480440"/>
            <ac:spMk id="8" creationId="{3219A9BF-3491-35EC-71D1-2C322671254E}"/>
          </ac:spMkLst>
        </pc:spChg>
        <pc:spChg chg="add mod">
          <ac:chgData name="Vishwamoorthy R" userId="ab2d39e4-5d74-4875-928a-a69f3c787025" providerId="ADAL" clId="{37C18594-8562-4502-9EAC-EDB5568DFF08}" dt="2026-06-23T07:27:22.962" v="936" actId="14100"/>
          <ac:spMkLst>
            <pc:docMk/>
            <pc:sldMk cId="629241620" sldId="2147480440"/>
            <ac:spMk id="9" creationId="{DF3D3E2A-5183-D520-8C54-2253A1803CF9}"/>
          </ac:spMkLst>
        </pc:spChg>
        <pc:spChg chg="add mod">
          <ac:chgData name="Vishwamoorthy R" userId="ab2d39e4-5d74-4875-928a-a69f3c787025" providerId="ADAL" clId="{37C18594-8562-4502-9EAC-EDB5568DFF08}" dt="2026-06-12T15:20:36.734" v="564" actId="962"/>
          <ac:spMkLst>
            <pc:docMk/>
            <pc:sldMk cId="629241620" sldId="2147480440"/>
            <ac:spMk id="10" creationId="{2EA63C65-61AB-F54B-7641-BF6558A1620B}"/>
          </ac:spMkLst>
        </pc:spChg>
        <pc:spChg chg="add mod">
          <ac:chgData name="Vishwamoorthy R" userId="ab2d39e4-5d74-4875-928a-a69f3c787025" providerId="ADAL" clId="{37C18594-8562-4502-9EAC-EDB5568DFF08}" dt="2026-06-12T15:20:43.034" v="565" actId="962"/>
          <ac:spMkLst>
            <pc:docMk/>
            <pc:sldMk cId="629241620" sldId="2147480440"/>
            <ac:spMk id="11" creationId="{D1C72088-97BB-2E84-AE90-DA4A471BF009}"/>
          </ac:spMkLst>
        </pc:spChg>
        <pc:spChg chg="add mod">
          <ac:chgData name="Vishwamoorthy R" userId="ab2d39e4-5d74-4875-928a-a69f3c787025" providerId="ADAL" clId="{37C18594-8562-4502-9EAC-EDB5568DFF08}" dt="2026-06-12T15:20:53.024" v="566" actId="962"/>
          <ac:spMkLst>
            <pc:docMk/>
            <pc:sldMk cId="629241620" sldId="2147480440"/>
            <ac:spMk id="12" creationId="{7252A827-E7B2-99BD-CCF3-719AAADF8E36}"/>
          </ac:spMkLst>
        </pc:spChg>
        <pc:spChg chg="add mod">
          <ac:chgData name="Vishwamoorthy R" userId="ab2d39e4-5d74-4875-928a-a69f3c787025" providerId="ADAL" clId="{37C18594-8562-4502-9EAC-EDB5568DFF08}" dt="2026-06-12T15:21:44.227" v="567" actId="962"/>
          <ac:spMkLst>
            <pc:docMk/>
            <pc:sldMk cId="629241620" sldId="2147480440"/>
            <ac:spMk id="13" creationId="{2474BC77-9BD7-5495-4630-84919504489A}"/>
          </ac:spMkLst>
        </pc:spChg>
        <pc:spChg chg="add mod">
          <ac:chgData name="Vishwamoorthy R" userId="ab2d39e4-5d74-4875-928a-a69f3c787025" providerId="ADAL" clId="{37C18594-8562-4502-9EAC-EDB5568DFF08}" dt="2026-06-12T15:21:49.954" v="568" actId="962"/>
          <ac:spMkLst>
            <pc:docMk/>
            <pc:sldMk cId="629241620" sldId="2147480440"/>
            <ac:spMk id="14" creationId="{7BD91979-0256-B436-7322-9402B23B335B}"/>
          </ac:spMkLst>
        </pc:spChg>
        <pc:spChg chg="add mod">
          <ac:chgData name="Vishwamoorthy R" userId="ab2d39e4-5d74-4875-928a-a69f3c787025" providerId="ADAL" clId="{37C18594-8562-4502-9EAC-EDB5568DFF08}" dt="2026-06-12T15:21:55.314" v="569" actId="962"/>
          <ac:spMkLst>
            <pc:docMk/>
            <pc:sldMk cId="629241620" sldId="2147480440"/>
            <ac:spMk id="15" creationId="{C2D843DB-3185-1206-9E12-34ABBD5DBFBE}"/>
          </ac:spMkLst>
        </pc:spChg>
      </pc:sldChg>
      <pc:sldChg chg="addSp modSp mod">
        <pc:chgData name="Vishwamoorthy R" userId="ab2d39e4-5d74-4875-928a-a69f3c787025" providerId="ADAL" clId="{37C18594-8562-4502-9EAC-EDB5568DFF08}" dt="2026-06-23T07:27:46.480" v="952" actId="1036"/>
        <pc:sldMkLst>
          <pc:docMk/>
          <pc:sldMk cId="2048064483" sldId="2147480468"/>
        </pc:sldMkLst>
        <pc:spChg chg="mod">
          <ac:chgData name="Vishwamoorthy R" userId="ab2d39e4-5d74-4875-928a-a69f3c787025" providerId="ADAL" clId="{37C18594-8562-4502-9EAC-EDB5568DFF08}" dt="2026-06-12T14:19:47.940" v="377" actId="962"/>
          <ac:spMkLst>
            <pc:docMk/>
            <pc:sldMk cId="2048064483" sldId="2147480468"/>
            <ac:spMk id="2" creationId="{0A61EED8-68A0-FDE5-389B-5F0C74BF6EE3}"/>
          </ac:spMkLst>
        </pc:spChg>
        <pc:spChg chg="add mod">
          <ac:chgData name="Vishwamoorthy R" userId="ab2d39e4-5d74-4875-928a-a69f3c787025" providerId="ADAL" clId="{37C18594-8562-4502-9EAC-EDB5568DFF08}" dt="2026-06-23T07:27:46.480" v="952" actId="1036"/>
          <ac:spMkLst>
            <pc:docMk/>
            <pc:sldMk cId="2048064483" sldId="2147480468"/>
            <ac:spMk id="3" creationId="{6451E85C-FE07-526B-8872-001C7ED28FA8}"/>
          </ac:spMkLst>
        </pc:spChg>
        <pc:spChg chg="mod">
          <ac:chgData name="Vishwamoorthy R" userId="ab2d39e4-5d74-4875-928a-a69f3c787025" providerId="ADAL" clId="{37C18594-8562-4502-9EAC-EDB5568DFF08}" dt="2026-06-12T14:20:18.138" v="378" actId="962"/>
          <ac:spMkLst>
            <pc:docMk/>
            <pc:sldMk cId="2048064483" sldId="2147480468"/>
            <ac:spMk id="4" creationId="{BC6B90C8-2087-775A-9383-F92972DAC6AE}"/>
          </ac:spMkLst>
        </pc:spChg>
        <pc:spChg chg="add mod">
          <ac:chgData name="Vishwamoorthy R" userId="ab2d39e4-5d74-4875-928a-a69f3c787025" providerId="ADAL" clId="{37C18594-8562-4502-9EAC-EDB5568DFF08}" dt="2026-06-23T07:27:46.480" v="952" actId="1036"/>
          <ac:spMkLst>
            <pc:docMk/>
            <pc:sldMk cId="2048064483" sldId="2147480468"/>
            <ac:spMk id="5" creationId="{06CD2CCF-5166-8A73-8565-475E85DC6F70}"/>
          </ac:spMkLst>
        </pc:spChg>
      </pc:sldChg>
      <pc:sldChg chg="addSp modSp add mod ord">
        <pc:chgData name="Vishwamoorthy R" userId="ab2d39e4-5d74-4875-928a-a69f3c787025" providerId="ADAL" clId="{37C18594-8562-4502-9EAC-EDB5568DFF08}" dt="2026-06-23T07:26:32.659" v="869" actId="5793"/>
        <pc:sldMkLst>
          <pc:docMk/>
          <pc:sldMk cId="4156503570" sldId="2147480496"/>
        </pc:sldMkLst>
        <pc:spChg chg="mod">
          <ac:chgData name="Vishwamoorthy R" userId="ab2d39e4-5d74-4875-928a-a69f3c787025" providerId="ADAL" clId="{37C18594-8562-4502-9EAC-EDB5568DFF08}" dt="2026-06-22T03:20:36.227" v="820" actId="962"/>
          <ac:spMkLst>
            <pc:docMk/>
            <pc:sldMk cId="4156503570" sldId="2147480496"/>
            <ac:spMk id="3" creationId="{FDD78461-6E10-C9A6-7683-D4A5B9A494E2}"/>
          </ac:spMkLst>
        </pc:spChg>
        <pc:spChg chg="mod">
          <ac:chgData name="Vishwamoorthy R" userId="ab2d39e4-5d74-4875-928a-a69f3c787025" providerId="ADAL" clId="{37C18594-8562-4502-9EAC-EDB5568DFF08}" dt="2026-06-22T03:20:32.525" v="819" actId="962"/>
          <ac:spMkLst>
            <pc:docMk/>
            <pc:sldMk cId="4156503570" sldId="2147480496"/>
            <ac:spMk id="4" creationId="{C95EA841-CAA2-12EC-4E9E-72697148B3C0}"/>
          </ac:spMkLst>
        </pc:spChg>
        <pc:spChg chg="mod">
          <ac:chgData name="Vishwamoorthy R" userId="ab2d39e4-5d74-4875-928a-a69f3c787025" providerId="ADAL" clId="{37C18594-8562-4502-9EAC-EDB5568DFF08}" dt="2026-06-22T03:20:43.878" v="822" actId="962"/>
          <ac:spMkLst>
            <pc:docMk/>
            <pc:sldMk cId="4156503570" sldId="2147480496"/>
            <ac:spMk id="5" creationId="{4E4E1E53-91B2-E4F1-F414-BE9DE05E3723}"/>
          </ac:spMkLst>
        </pc:spChg>
        <pc:spChg chg="mod">
          <ac:chgData name="Vishwamoorthy R" userId="ab2d39e4-5d74-4875-928a-a69f3c787025" providerId="ADAL" clId="{37C18594-8562-4502-9EAC-EDB5568DFF08}" dt="2026-06-23T07:26:32.659" v="869" actId="5793"/>
          <ac:spMkLst>
            <pc:docMk/>
            <pc:sldMk cId="4156503570" sldId="2147480496"/>
            <ac:spMk id="8" creationId="{D32591D1-2C8F-D6C7-4609-DE7A7D324A5F}"/>
          </ac:spMkLst>
        </pc:spChg>
        <pc:graphicFrameChg chg="add mod">
          <ac:chgData name="Vishwamoorthy R" userId="ab2d39e4-5d74-4875-928a-a69f3c787025" providerId="ADAL" clId="{37C18594-8562-4502-9EAC-EDB5568DFF08}" dt="2026-06-23T06:24:59.221" v="840" actId="1957"/>
          <ac:graphicFrameMkLst>
            <pc:docMk/>
            <pc:sldMk cId="4156503570" sldId="2147480496"/>
            <ac:graphicFrameMk id="7" creationId="{BC6E195E-7138-49C8-4117-40DDE636F413}"/>
          </ac:graphicFrameMkLst>
        </pc:graphicFrameChg>
      </pc:sldChg>
      <pc:sldMasterChg chg="modSldLayout">
        <pc:chgData name="Vishwamoorthy R" userId="ab2d39e4-5d74-4875-928a-a69f3c787025" providerId="ADAL" clId="{37C18594-8562-4502-9EAC-EDB5568DFF08}" dt="2026-06-12T13:55:28.570" v="140" actId="20577"/>
        <pc:sldMasterMkLst>
          <pc:docMk/>
          <pc:sldMasterMk cId="3540581211" sldId="2147483721"/>
        </pc:sldMasterMkLst>
        <pc:sldLayoutChg chg="modSp mod">
          <pc:chgData name="Vishwamoorthy R" userId="ab2d39e4-5d74-4875-928a-a69f3c787025" providerId="ADAL" clId="{37C18594-8562-4502-9EAC-EDB5568DFF08}" dt="2026-06-12T13:55:28.570" v="140" actId="20577"/>
          <pc:sldLayoutMkLst>
            <pc:docMk/>
            <pc:sldMasterMk cId="3540581211" sldId="2147483721"/>
            <pc:sldLayoutMk cId="2531544481" sldId="2147483722"/>
          </pc:sldLayoutMkLst>
          <pc:spChg chg="mod">
            <ac:chgData name="Vishwamoorthy R" userId="ab2d39e4-5d74-4875-928a-a69f3c787025" providerId="ADAL" clId="{37C18594-8562-4502-9EAC-EDB5568DFF08}" dt="2026-06-12T13:55:00.857" v="120" actId="20577"/>
            <ac:spMkLst>
              <pc:docMk/>
              <pc:sldMasterMk cId="3540581211" sldId="2147483721"/>
              <pc:sldLayoutMk cId="2531544481" sldId="2147483722"/>
              <ac:spMk id="4" creationId="{9BEA9C5C-1AEA-FF78-C8FA-E6C28E0A47E0}"/>
            </ac:spMkLst>
          </pc:spChg>
          <pc:spChg chg="mod">
            <ac:chgData name="Vishwamoorthy R" userId="ab2d39e4-5d74-4875-928a-a69f3c787025" providerId="ADAL" clId="{37C18594-8562-4502-9EAC-EDB5568DFF08}" dt="2026-06-12T13:55:28.570" v="140" actId="20577"/>
            <ac:spMkLst>
              <pc:docMk/>
              <pc:sldMasterMk cId="3540581211" sldId="2147483721"/>
              <pc:sldLayoutMk cId="2531544481" sldId="2147483722"/>
              <ac:spMk id="7" creationId="{850F4114-1E8D-F703-1E58-089DA01F6C20}"/>
            </ac:spMkLst>
          </pc:spChg>
        </pc:sldLayoutChg>
      </pc:sldMasterChg>
      <pc:sldMasterChg chg="modSp mod modSldLayout">
        <pc:chgData name="Vishwamoorthy R" userId="ab2d39e4-5d74-4875-928a-a69f3c787025" providerId="ADAL" clId="{37C18594-8562-4502-9EAC-EDB5568DFF08}" dt="2026-06-12T14:08:54.332" v="256" actId="20577"/>
        <pc:sldMasterMkLst>
          <pc:docMk/>
          <pc:sldMasterMk cId="3456085024" sldId="2147483737"/>
        </pc:sldMasterMkLst>
        <pc:spChg chg="mod">
          <ac:chgData name="Vishwamoorthy R" userId="ab2d39e4-5d74-4875-928a-a69f3c787025" providerId="ADAL" clId="{37C18594-8562-4502-9EAC-EDB5568DFF08}" dt="2026-06-12T14:08:54.332" v="256" actId="20577"/>
          <ac:spMkLst>
            <pc:docMk/>
            <pc:sldMasterMk cId="3456085024" sldId="2147483737"/>
            <ac:spMk id="5" creationId="{508E05ED-057D-8DFC-A893-3AE8AA796DA3}"/>
          </ac:spMkLst>
        </pc:spChg>
        <pc:sldLayoutChg chg="modSp mod">
          <pc:chgData name="Vishwamoorthy R" userId="ab2d39e4-5d74-4875-928a-a69f3c787025" providerId="ADAL" clId="{37C18594-8562-4502-9EAC-EDB5568DFF08}" dt="2026-06-12T13:53:37.535" v="76" actId="20577"/>
          <pc:sldLayoutMkLst>
            <pc:docMk/>
            <pc:sldMasterMk cId="3456085024" sldId="2147483737"/>
            <pc:sldLayoutMk cId="1113243150" sldId="2147483709"/>
          </pc:sldLayoutMkLst>
          <pc:spChg chg="mod">
            <ac:chgData name="Vishwamoorthy R" userId="ab2d39e4-5d74-4875-928a-a69f3c787025" providerId="ADAL" clId="{37C18594-8562-4502-9EAC-EDB5568DFF08}" dt="2026-06-12T13:53:37.535" v="76" actId="20577"/>
            <ac:spMkLst>
              <pc:docMk/>
              <pc:sldMasterMk cId="3456085024" sldId="2147483737"/>
              <pc:sldLayoutMk cId="1113243150" sldId="2147483709"/>
              <ac:spMk id="16" creationId="{2B9B3284-D969-6A3E-D3A0-AB6997DED22B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Trend Analysis</a:t>
            </a:r>
            <a:r>
              <a:rPr lang="en-IN" baseline="0" dirty="0"/>
              <a:t> | Stales &amp; Damages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Damages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rgbClr val="340070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  <c:pt idx="4">
                  <c:v>Week 5</c:v>
                </c:pt>
                <c:pt idx="5">
                  <c:v>Week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48</c:v>
                </c:pt>
                <c:pt idx="2">
                  <c:v>55</c:v>
                </c:pt>
                <c:pt idx="3">
                  <c:v>67</c:v>
                </c:pt>
                <c:pt idx="4">
                  <c:v>63</c:v>
                </c:pt>
                <c:pt idx="5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DC-46C4-AB11-1961186E8B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  <c:pt idx="4">
                  <c:v>Week 5</c:v>
                </c:pt>
                <c:pt idx="5">
                  <c:v>Week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33</c:v>
                </c:pt>
                <c:pt idx="2">
                  <c:v>37</c:v>
                </c:pt>
                <c:pt idx="3">
                  <c:v>40</c:v>
                </c:pt>
                <c:pt idx="4">
                  <c:v>33</c:v>
                </c:pt>
                <c:pt idx="5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DC-46C4-AB11-1961186E8B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10233151"/>
        <c:axId val="410235551"/>
      </c:barChart>
      <c:catAx>
        <c:axId val="410233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0235551"/>
        <c:crosses val="autoZero"/>
        <c:auto val="1"/>
        <c:lblAlgn val="ctr"/>
        <c:lblOffset val="100"/>
        <c:noMultiLvlLbl val="0"/>
      </c:catAx>
      <c:valAx>
        <c:axId val="410235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0233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 sz="1800" b="1" i="0" u="none" strike="noStrike" kern="1200" spc="0" baseline="0" dirty="0">
                <a:solidFill>
                  <a:schemeClr val="tx1"/>
                </a:solidFill>
              </a:rPr>
              <a:t>Top Drivers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A9-47B4-B5A8-C768C1DFE075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7A9-47B4-B5A8-C768C1DFE07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7A9-47B4-B5A8-C768C1DFE07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7A9-47B4-B5A8-C768C1DFE075}"/>
              </c:ext>
            </c:extLst>
          </c:dPt>
          <c:dPt>
            <c:idx val="4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194-4190-A295-9CB0C8E0E96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Expiry Exposure</c:v>
                </c:pt>
                <c:pt idx="1">
                  <c:v>Handling Damage</c:v>
                </c:pt>
                <c:pt idx="2">
                  <c:v>Forecast Variance</c:v>
                </c:pt>
                <c:pt idx="3">
                  <c:v>Inventory Adjustment</c:v>
                </c:pt>
                <c:pt idx="4">
                  <c:v>Route Compliance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0.2</c:v>
                </c:pt>
                <c:pt idx="4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7A9-47B4-B5A8-C768C1DFE075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B6A5BC-B8AA-2DCF-13A0-1ECB46FAB0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48E5DE-70FE-42F0-AAD9-3954D9BDA3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AADE9-B223-43D9-BEAD-BF4B99A7AFD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91C1EA-3BAD-0FA6-AA04-1A27B69980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8A463C-EEF2-D4C8-CEBE-A0DBF6E5B4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4B82DC-086D-47DF-8521-E74481406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97741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B0296-612A-47A2-B669-24D57867182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err="1"/>
              <a:t>i</a:t>
            </a:r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C444F-4A79-447D-958F-F08F7FA014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962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C444F-4A79-447D-958F-F08F7FA014D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703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C444F-4A79-447D-958F-F08F7FA014D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345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69E6D-72DE-8C44-23EC-3D66FF98A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0C3A7-12EF-BFAA-0423-8A97282D3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29199-0123-5B37-40B0-DACDC7AFE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06BED-7C92-F924-F854-C6394F306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C444F-4A79-447D-958F-F08F7FA014D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36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C444F-4A79-447D-958F-F08F7FA014D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027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C444F-4A79-447D-958F-F08F7FA014D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197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6817254"/>
              <a:gd name="connsiteY0" fmla="*/ 0 h 719051"/>
              <a:gd name="connsiteX1" fmla="*/ 6817255 w 6817254"/>
              <a:gd name="connsiteY1" fmla="*/ 0 h 719051"/>
              <a:gd name="connsiteX2" fmla="*/ 6817255 w 6817254"/>
              <a:gd name="connsiteY2" fmla="*/ 719051 h 719051"/>
              <a:gd name="connsiteX3" fmla="*/ 0 w 6817254"/>
              <a:gd name="connsiteY3" fmla="*/ 719051 h 719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7254" h="719051">
                <a:moveTo>
                  <a:pt x="0" y="0"/>
                </a:moveTo>
                <a:lnTo>
                  <a:pt x="6817255" y="0"/>
                </a:lnTo>
                <a:lnTo>
                  <a:pt x="6817255" y="719051"/>
                </a:lnTo>
                <a:lnTo>
                  <a:pt x="0" y="719051"/>
                </a:lnTo>
                <a:close/>
              </a:path>
            </a:pathLst>
          </a:custGeom>
          <a:solidFill>
            <a:srgbClr val="6800E0"/>
          </a:solidFill>
          <a:ln w="52867" cap="flat">
            <a:noFill/>
            <a:prstDash val="solid"/>
            <a:miter/>
          </a:ln>
        </p:spPr>
        <p:txBody>
          <a:bodyPr rtlCol="0" anchor="ctr"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2035930"/>
            <a:ext cx="4206240" cy="1011046"/>
          </a:xfrm>
        </p:spPr>
        <p:txBody>
          <a:bodyPr lIns="0" tIns="0" rIns="0" bIns="0">
            <a:spAutoFit/>
          </a:bodyPr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479425" y="6210804"/>
            <a:ext cx="3935414" cy="1138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solidFill>
                  <a:schemeClr val="bg1"/>
                </a:solidFill>
                <a:latin typeface="+mn-lt"/>
              </a:rPr>
              <a:t>© 2024 C5i, All Rights Reserved.</a:t>
            </a:r>
            <a:endParaRPr lang="en-IN" sz="8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300888"/>
            <a:ext cx="4206240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5020811-A2D9-2CD7-4BEA-090C415D2CB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663" b="888"/>
          <a:stretch/>
        </p:blipFill>
        <p:spPr>
          <a:xfrm>
            <a:off x="7858880" y="1589544"/>
            <a:ext cx="4335967" cy="526845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52DCA60-DD6C-4969-5447-C78B9640E1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22001" y="0"/>
            <a:ext cx="1269999" cy="1269999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2AC443C3-2404-A86A-231F-98C9D4797C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12" y="333574"/>
            <a:ext cx="1405379" cy="72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56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6817254"/>
              <a:gd name="connsiteY0" fmla="*/ 0 h 719051"/>
              <a:gd name="connsiteX1" fmla="*/ 6817255 w 6817254"/>
              <a:gd name="connsiteY1" fmla="*/ 0 h 719051"/>
              <a:gd name="connsiteX2" fmla="*/ 6817255 w 6817254"/>
              <a:gd name="connsiteY2" fmla="*/ 719051 h 719051"/>
              <a:gd name="connsiteX3" fmla="*/ 0 w 6817254"/>
              <a:gd name="connsiteY3" fmla="*/ 719051 h 719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7254" h="719051">
                <a:moveTo>
                  <a:pt x="0" y="0"/>
                </a:moveTo>
                <a:lnTo>
                  <a:pt x="6817255" y="0"/>
                </a:lnTo>
                <a:lnTo>
                  <a:pt x="6817255" y="719051"/>
                </a:lnTo>
                <a:lnTo>
                  <a:pt x="0" y="719051"/>
                </a:lnTo>
                <a:close/>
              </a:path>
            </a:pathLst>
          </a:custGeom>
          <a:solidFill>
            <a:schemeClr val="tx1"/>
          </a:solidFill>
          <a:ln w="52867" cap="flat">
            <a:noFill/>
            <a:prstDash val="solid"/>
            <a:miter/>
          </a:ln>
        </p:spPr>
        <p:txBody>
          <a:bodyPr rtlCol="0" anchor="ctr"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2035930"/>
            <a:ext cx="4206240" cy="1011046"/>
          </a:xfrm>
        </p:spPr>
        <p:txBody>
          <a:bodyPr lIns="0" tIns="0" rIns="0" bIns="0">
            <a:spAutoFit/>
          </a:bodyPr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479425" y="6210804"/>
            <a:ext cx="3935414" cy="1138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solidFill>
                  <a:schemeClr val="bg1"/>
                </a:solidFill>
                <a:latin typeface="+mn-lt"/>
              </a:rPr>
              <a:t>© 2024 C5i, All Rights Reserved.</a:t>
            </a:r>
            <a:endParaRPr lang="en-IN" sz="8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300888"/>
            <a:ext cx="4206240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5020811-A2D9-2CD7-4BEA-090C415D2CB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663" b="888"/>
          <a:stretch/>
        </p:blipFill>
        <p:spPr>
          <a:xfrm>
            <a:off x="7858270" y="1592262"/>
            <a:ext cx="4333730" cy="526573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5D948FB-0736-DB84-A291-69949E11E1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427" y="336447"/>
            <a:ext cx="1405380" cy="72344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1C54234-2621-085E-4A71-467A453E4B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0922001" y="0"/>
            <a:ext cx="1269999" cy="126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26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2035930"/>
            <a:ext cx="4206240" cy="1011046"/>
          </a:xfrm>
        </p:spPr>
        <p:txBody>
          <a:bodyPr lIns="0" tIns="0" rIns="0" bIns="0">
            <a:spAutoFit/>
          </a:bodyPr>
          <a:lstStyle>
            <a:lvl1pPr>
              <a:defRPr sz="3600" b="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479425" y="6212342"/>
            <a:ext cx="3935414" cy="110800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 dirty="0">
                <a:solidFill>
                  <a:sysClr val="windowText" lastClr="000000"/>
                </a:solidFill>
                <a:latin typeface="+mn-lt"/>
              </a:rPr>
              <a:t>© 2026 C5i, All Rights Reserved.</a:t>
            </a:r>
            <a:endParaRPr lang="en-IN" sz="800" dirty="0">
              <a:solidFill>
                <a:sysClr val="windowText" lastClr="000000"/>
              </a:solidFill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300888"/>
            <a:ext cx="4206240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5020811-A2D9-2CD7-4BEA-090C415D2CB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663" b="888"/>
          <a:stretch/>
        </p:blipFill>
        <p:spPr>
          <a:xfrm>
            <a:off x="7858270" y="1592263"/>
            <a:ext cx="4333729" cy="526573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96E5B31-C64F-F64C-1B74-3B13A55293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22001" y="0"/>
            <a:ext cx="1269999" cy="1269999"/>
          </a:xfrm>
          <a:prstGeom prst="rect">
            <a:avLst/>
          </a:prstGeom>
        </p:spPr>
      </p:pic>
      <p:pic>
        <p:nvPicPr>
          <p:cNvPr id="9" name="Picture 8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9D4D50C2-922C-1D33-4063-65C4FFAA7F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25" y="336886"/>
            <a:ext cx="1405381" cy="72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43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 Cov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2035930"/>
            <a:ext cx="4206240" cy="1011046"/>
          </a:xfrm>
        </p:spPr>
        <p:txBody>
          <a:bodyPr lIns="0" tIns="0" rIns="0" bIns="0">
            <a:spAutoFit/>
          </a:bodyPr>
          <a:lstStyle>
            <a:lvl1pPr>
              <a:defRPr sz="3600" b="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479425" y="6210804"/>
            <a:ext cx="3935414" cy="1138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solidFill>
                  <a:sysClr val="windowText" lastClr="000000"/>
                </a:solidFill>
                <a:latin typeface="+mn-lt"/>
              </a:rPr>
              <a:t>© 2024 C5i, All Rights Reserved.</a:t>
            </a:r>
            <a:endParaRPr lang="en-IN" sz="800">
              <a:solidFill>
                <a:sysClr val="windowText" lastClr="000000"/>
              </a:solidFill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300888"/>
            <a:ext cx="4206240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8" name="Picture 7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F3F11EF0-3BAB-6F76-0053-E61A418D70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25" y="336886"/>
            <a:ext cx="1405381" cy="724324"/>
          </a:xfrm>
          <a:prstGeom prst="rect">
            <a:avLst/>
          </a:prstGeom>
        </p:spPr>
      </p:pic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30CD92B4-1188-AE51-E2B3-AFC2D0830DA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87926" y="720725"/>
            <a:ext cx="6484074" cy="54172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  <a:endParaRPr lang="en-IN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47E6D8A-35F5-A070-C934-DF992DB97B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DA075EA-BADF-AF36-918A-48F8B1D362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72000" y="61380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103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. Cov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DA0145-FFB0-2062-B0F5-8F6F338AE7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0188" y="4062413"/>
            <a:ext cx="3935414" cy="276999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213" y="2795959"/>
            <a:ext cx="3935414" cy="1159736"/>
          </a:xfrm>
        </p:spPr>
        <p:txBody>
          <a:bodyPr lIns="0" tIns="0" rIns="0" bIns="0">
            <a:spAutoFit/>
          </a:bodyPr>
          <a:lstStyle>
            <a:lvl1pPr>
              <a:defRPr sz="4000" b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19AC6-D7C3-4830-985E-6000AE448BA6}" type="datetime1">
              <a:rPr lang="en-IN" smtClean="0"/>
              <a:t>23-06-2026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541"/>
            <a:ext cx="4217671" cy="6855460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5633" y="1895042"/>
            <a:ext cx="6484074" cy="32938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/>
          </a:p>
        </p:txBody>
      </p:sp>
      <p:pic>
        <p:nvPicPr>
          <p:cNvPr id="8" name="Picture 7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61AC40A3-457D-2743-4BB0-5CD0143A69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25" y="336886"/>
            <a:ext cx="1405381" cy="72432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0D63BE2-CE34-7A3D-6BE2-347DBBFC63E8}"/>
              </a:ext>
            </a:extLst>
          </p:cNvPr>
          <p:cNvSpPr txBox="1">
            <a:spLocks/>
          </p:cNvSpPr>
          <p:nvPr userDrawn="1"/>
        </p:nvSpPr>
        <p:spPr>
          <a:xfrm>
            <a:off x="479425" y="6210804"/>
            <a:ext cx="3935414" cy="1138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solidFill>
                  <a:sysClr val="windowText" lastClr="000000"/>
                </a:solidFill>
                <a:latin typeface="+mn-lt"/>
              </a:rPr>
              <a:t>© 2024 C5i, All Rights Reserved.</a:t>
            </a:r>
            <a:endParaRPr lang="en-IN" sz="800">
              <a:solidFill>
                <a:sysClr val="windowText" lastClr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8351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. Cov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895" y="3163310"/>
            <a:ext cx="4206240" cy="1107996"/>
          </a:xfrm>
        </p:spPr>
        <p:txBody>
          <a:bodyPr lIns="0" tIns="0" rIns="0" bIns="0" anchor="b">
            <a:spAutoFit/>
          </a:bodyPr>
          <a:lstStyle>
            <a:lvl1pPr>
              <a:defRPr sz="4000" b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464364" y="2931938"/>
            <a:ext cx="2038585" cy="5008538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87926" y="720000"/>
            <a:ext cx="6484074" cy="5735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782FD74-C220-DBEF-2B9B-097F67F36C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08E9B6-26E3-379A-C10D-E09CF66E22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7895" y="4618990"/>
            <a:ext cx="4206240" cy="276999"/>
          </a:xfrm>
        </p:spPr>
        <p:txBody>
          <a:bodyPr lIns="0" tIns="0" rIns="0" bIns="0" anchor="t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0A0D518E-B0A9-0183-C1E1-A82D48B4D5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25" y="336886"/>
            <a:ext cx="1405381" cy="72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911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. Cov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AD4EB10-7E76-E65A-29FD-8D1A88F7A39D}"/>
              </a:ext>
            </a:extLst>
          </p:cNvPr>
          <p:cNvSpPr/>
          <p:nvPr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2725FEF-9ABF-0B61-DDA4-467541565B32}"/>
              </a:ext>
            </a:extLst>
          </p:cNvPr>
          <p:cNvSpPr/>
          <p:nvPr/>
        </p:nvSpPr>
        <p:spPr>
          <a:xfrm>
            <a:off x="1139441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1E5A604-D1B3-D48F-5C4D-D604A6F7ADA9}"/>
              </a:ext>
            </a:extLst>
          </p:cNvPr>
          <p:cNvSpPr/>
          <p:nvPr/>
        </p:nvSpPr>
        <p:spPr>
          <a:xfrm>
            <a:off x="-666690" y="5425844"/>
            <a:ext cx="1787080" cy="1742779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2B40CBC-25CB-E67E-EB85-427CA865B65F}"/>
              </a:ext>
            </a:extLst>
          </p:cNvPr>
          <p:cNvSpPr/>
          <p:nvPr/>
        </p:nvSpPr>
        <p:spPr>
          <a:xfrm>
            <a:off x="-638299" y="6015012"/>
            <a:ext cx="1169516" cy="1153611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13447"/>
            <a:ext cx="5973763" cy="1231106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0" name="Picture 39" descr="A black and white logo&#10;&#10;Description automatically generated">
            <a:extLst>
              <a:ext uri="{FF2B5EF4-FFF2-40B4-BE49-F238E27FC236}">
                <a16:creationId xmlns:a16="http://schemas.microsoft.com/office/drawing/2014/main" id="{CC37E55F-7D8F-65C2-8F4F-C8C7CEBF5275}"/>
              </a:ext>
            </a:extLst>
          </p:cNvPr>
          <p:cNvPicPr>
            <a:picLocks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1064" y="188330"/>
            <a:ext cx="978848" cy="50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44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2160580"/>
            <a:ext cx="4733925" cy="886397"/>
          </a:xfrm>
        </p:spPr>
        <p:txBody>
          <a:bodyPr wrap="square" lIns="0" tIns="0" rIns="0" bIns="0" anchor="b">
            <a:sp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77200" y="0"/>
            <a:ext cx="4114800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479425" y="6210804"/>
            <a:ext cx="3935414" cy="1138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3300888"/>
            <a:ext cx="3935413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BA9DC8F-804B-CEB4-3E99-F1A7D15048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587500"/>
            <a:ext cx="4260850" cy="3721894"/>
          </a:xfrm>
        </p:spPr>
        <p:txBody>
          <a:bodyPr/>
          <a:lstStyle/>
          <a:p>
            <a:endParaRPr lang="en-IN"/>
          </a:p>
        </p:txBody>
      </p:sp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4DE30F1E-4F44-6E1F-D22F-786A9A058C84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1064" y="188330"/>
            <a:ext cx="978848" cy="50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16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.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2780031"/>
            <a:ext cx="4733925" cy="997196"/>
          </a:xfrm>
        </p:spPr>
        <p:txBody>
          <a:bodyPr wrap="square" lIns="0" tIns="0" rIns="0" bIns="0" anchor="b">
            <a:sp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479425" y="6210804"/>
            <a:ext cx="3935414" cy="1138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4031138"/>
            <a:ext cx="3935413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7080897-9BF3-E76C-43EF-6360F46F89E8}"/>
              </a:ext>
            </a:extLst>
          </p:cNvPr>
          <p:cNvGrpSpPr/>
          <p:nvPr userDrawn="1"/>
        </p:nvGrpSpPr>
        <p:grpSpPr>
          <a:xfrm>
            <a:off x="-6350" y="-110328"/>
            <a:ext cx="2306751" cy="2303232"/>
            <a:chOff x="589942" y="3501"/>
            <a:chExt cx="2306751" cy="2303232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04D4EBF-9E88-EA08-A63E-D73C72F2F4BF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92E377-7D5A-6EAD-E329-AEA6E718229E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1DB600F-660A-5B0D-C57B-1A4713474E8C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15" name="Picture 14" descr="A black and white logo&#10;&#10;Description automatically generated">
            <a:extLst>
              <a:ext uri="{FF2B5EF4-FFF2-40B4-BE49-F238E27FC236}">
                <a16:creationId xmlns:a16="http://schemas.microsoft.com/office/drawing/2014/main" id="{CB2153B0-9A1A-096F-C536-CBD53BA5E2B7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1064" y="188330"/>
            <a:ext cx="978848" cy="50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366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 Section Br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3426560"/>
            <a:ext cx="8762804" cy="3436454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55A37DF-70BC-1FFE-646A-ADFFFD19B2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197" y="-1"/>
            <a:ext cx="3428804" cy="34289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015CCE1-46A9-EACD-DE40-248D82A1B7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5333997" cy="342899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4" y="4363828"/>
            <a:ext cx="8016875" cy="492443"/>
          </a:xfr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9425" y="5043488"/>
            <a:ext cx="8016875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635C8-24B4-AF44-DF7E-8C4FF7A60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9F6F14A-E001-9412-EDB9-4E7F4C2CFE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31440"/>
          </a:xfrm>
        </p:spPr>
        <p:txBody>
          <a:bodyPr/>
          <a:lstStyle/>
          <a:p>
            <a:endParaRPr lang="en-IN"/>
          </a:p>
        </p:txBody>
      </p:sp>
      <p:pic>
        <p:nvPicPr>
          <p:cNvPr id="10" name="Picture 9" descr="A black and white logo&#10;&#10;Description automatically generated">
            <a:extLst>
              <a:ext uri="{FF2B5EF4-FFF2-40B4-BE49-F238E27FC236}">
                <a16:creationId xmlns:a16="http://schemas.microsoft.com/office/drawing/2014/main" id="{9E5FB27E-25B7-0A21-F6DE-44A817A85BD7}"/>
              </a:ext>
            </a:extLst>
          </p:cNvPr>
          <p:cNvPicPr>
            <a:picLocks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1064" y="188330"/>
            <a:ext cx="978848" cy="50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1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 userDrawn="1">
          <p15:clr>
            <a:srgbClr val="FBAE40"/>
          </p15:clr>
        </p15:guide>
        <p15:guide id="2" pos="381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. Section Br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3431439"/>
            <a:ext cx="5334000" cy="343645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4" y="4065285"/>
            <a:ext cx="4194175" cy="984885"/>
          </a:xfr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9425" y="5212821"/>
            <a:ext cx="4194175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67B2AFA-DFF8-5306-5B34-2CF9C448DD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E18AFCA-4718-B42A-442F-4CE8899B70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8E7663E-51DE-A324-2164-8153FBD3A5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1064" y="188330"/>
            <a:ext cx="978848" cy="50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72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1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5862221"/>
            <a:ext cx="4361815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90250" y="5926211"/>
            <a:ext cx="3119785" cy="123111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534" y="6077665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pic>
        <p:nvPicPr>
          <p:cNvPr id="4" name="Picture 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70DBE3EF-F1B2-C932-188D-7A12A9DD3D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259" y="1300097"/>
            <a:ext cx="2700186" cy="139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09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glass squares&#10;&#10;Description automatically generated">
            <a:extLst>
              <a:ext uri="{FF2B5EF4-FFF2-40B4-BE49-F238E27FC236}">
                <a16:creationId xmlns:a16="http://schemas.microsoft.com/office/drawing/2014/main" id="{2DF0C94B-3105-699A-8EE8-2EC9F73334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98FB322-AEF2-B0D5-4523-275EEA640EB7}"/>
              </a:ext>
            </a:extLst>
          </p:cNvPr>
          <p:cNvSpPr/>
          <p:nvPr userDrawn="1"/>
        </p:nvSpPr>
        <p:spPr>
          <a:xfrm>
            <a:off x="0" y="0"/>
            <a:ext cx="12218670" cy="6877368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D17721CF-C478-A34D-482E-6EC88169A2A3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BF6468DF-2F91-FD70-4E2C-94722DE246BA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9F96F12-75CF-6E04-B4A7-158C1832B695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2" name="Graphic 8">
                <a:extLst>
                  <a:ext uri="{FF2B5EF4-FFF2-40B4-BE49-F238E27FC236}">
                    <a16:creationId xmlns:a16="http://schemas.microsoft.com/office/drawing/2014/main" id="{94490FE6-E8CC-A24D-8CB2-D6A1BB4CCCF6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45585D88-D8AE-9D24-8FE9-89FF10A9F8F0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1702AEFC-884C-0907-14E3-F83540839AE0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2635A3D8-E8C6-83A1-837E-007F23342975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B9E8BBA-CC6B-B305-8885-B873DCBC9F5C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8843331E-B897-34A9-81CD-F4D4AAB88069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2238AAEE-EC4A-17FB-B7F9-B7B61043BBC1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0213EF8-3763-6203-AACE-7507F810FD04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749F479-B0EC-AFA0-9832-F31B3D9BFDC5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231FC66-C42A-AF9E-6150-898C5F1F49B1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73CD0B4-8A81-BB05-8C48-3E51D28E2238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0172A90-47C6-D204-A7FC-C652B532D4A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B819D9F-0BEF-72CA-DFB7-C98A17A1A920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836894C-8D13-F858-4EFE-AB4D0C609C15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DDD8389-9A93-D4E5-31F2-960C7B6F4401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5264113-0AAC-0D66-A240-9CA935052403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611C104-CEA5-B01A-F72F-D4AE30E0B747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9EF70BB-68D8-CDB1-5F9D-5678B7901D1C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8DE297A-4855-4447-7245-D1E8843D2A4F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B13C483-3DB9-0DFD-857A-5E037E7FC030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81F715B-272E-DB4F-67C4-D12873C16816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732A14D-F841-76C6-E7CD-82296E536F73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9BD07C9-6340-00D5-9EBE-6933132FF0F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B93D1854-0337-DC33-2515-EAE0CFA0C5D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EF34E445-57C1-14B2-553D-F1BC4FDFD659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9425" y="5862221"/>
            <a:ext cx="4361815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4EDBB65C-3394-FFFE-768E-91246F4EE03F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590250" y="5926211"/>
            <a:ext cx="3119785" cy="123111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8ECE1679-FE5F-A129-EA7B-7D3D7F7D34CD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9106534" y="6077665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</p:spTree>
    <p:extLst>
      <p:ext uri="{BB962C8B-B14F-4D97-AF65-F5344CB8AC3E}">
        <p14:creationId xmlns:p14="http://schemas.microsoft.com/office/powerpoint/2010/main" val="2084055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8FB322-AEF2-B0D5-4523-275EEA640EB7}"/>
              </a:ext>
            </a:extLst>
          </p:cNvPr>
          <p:cNvSpPr/>
          <p:nvPr userDrawn="1"/>
        </p:nvSpPr>
        <p:spPr>
          <a:xfrm>
            <a:off x="0" y="0"/>
            <a:ext cx="12218670" cy="68773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0FD15D7C-E438-464C-5B31-09C5A98116C7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E11C5249-8214-0B4B-D8A9-44B60EF6DBD5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A8C760-3445-4E81-5FEE-54BD9E35F5EC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0" name="Graphic 8">
                <a:extLst>
                  <a:ext uri="{FF2B5EF4-FFF2-40B4-BE49-F238E27FC236}">
                    <a16:creationId xmlns:a16="http://schemas.microsoft.com/office/drawing/2014/main" id="{1B3DBBF6-01FA-1C80-F13C-1AB7EA467F15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5896B4C-3723-8BF0-2E75-5A884548AB88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91253450-9B2E-76B6-A5B2-0B5E2833D20B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8A89A17-6343-955F-2759-F4E5CE7BE24A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8E6D9076-F287-243B-3CD5-035A37A6A749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14DAB2A6-BBC1-9607-802D-210916D96D9C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7849F086-895B-5829-1985-45040421C7A2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7EA90B7-1DBB-5764-B424-88C85F53E81C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CB4B017-1F34-A6B3-2FA9-D92145B7E8DF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28F7CC7-3DBA-82B9-D894-BD24E0D6272F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FEAD2FC-1BB0-69C5-1AB2-19008E6427FC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10834D5-47AA-C13B-AADA-78BF310C8A2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FF548E0-F157-C8A5-347F-96B14B47AAE8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4895DB2-993C-AA5B-8DDD-4DBA4A78E059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B1E9C1C-3DF8-5117-3E8B-8214AD7D08C9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1A5736C-AF01-1F71-E684-F502CB87E5BA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5D20833-0E99-7867-8B52-6E1A9FB749AE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5F8C548-DF8A-9344-EBAA-0075A322F261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F98E2-336F-E990-58B5-7EACD2BDDBD5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4B50ABF-18F3-8401-B88E-2B4D7DE36ACF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45DD0E4-CDDB-0549-5E94-83288E8C01A2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E17E39C-3B1F-92A8-7DC2-EBD01A8F3785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F858E4A6-E85F-2F1E-980D-30B0BC11A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8510A386-5A2F-47E9-3D91-0D21743673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AEDB936-FF10-A704-3525-E2ACE4115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5862221"/>
            <a:ext cx="4361815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1B136A6A-3CAC-7738-A3A3-339D62DFA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90250" y="5926211"/>
            <a:ext cx="3119785" cy="123111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5F3122B4-FE76-65DD-D13B-B1F44AB6D7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534" y="6077665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</p:spTree>
    <p:extLst>
      <p:ext uri="{BB962C8B-B14F-4D97-AF65-F5344CB8AC3E}">
        <p14:creationId xmlns:p14="http://schemas.microsoft.com/office/powerpoint/2010/main" val="23292144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[Full width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fld id="{E8D064D8-1E09-4A44-8620-BA570D7BF4F9}" type="datetime1">
              <a:rPr lang="en-IN" smtClean="0"/>
              <a:t>23-06-2026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C5i, All Rights Reserved. AI Generated Report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D914CA-810D-706D-9D01-F3B2FF29AB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1607674"/>
            <a:ext cx="11233150" cy="4572000"/>
          </a:xfrm>
        </p:spPr>
        <p:txBody>
          <a:bodyPr/>
          <a:lstStyle>
            <a:lvl1pPr>
              <a:defRPr sz="2000"/>
            </a:lvl1pPr>
            <a:lvl2pPr marL="233363" indent="-233363">
              <a:defRPr lang="en-US" sz="2000" b="0" i="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68325" indent="-222250">
              <a:defRPr/>
            </a:lvl3pPr>
            <a:lvl4pPr marL="914400" indent="-223838"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0F4114-1E8D-F703-1E58-089DA01F6C2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Source: Databricks Genie</a:t>
            </a:r>
          </a:p>
        </p:txBody>
      </p:sp>
    </p:spTree>
    <p:extLst>
      <p:ext uri="{BB962C8B-B14F-4D97-AF65-F5344CB8AC3E}">
        <p14:creationId xmlns:p14="http://schemas.microsoft.com/office/powerpoint/2010/main" val="25315444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btitle [Full width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fld id="{4A8234EB-0536-4FEB-9102-571D642554D8}" type="datetime1">
              <a:rPr lang="en-IN" smtClean="0"/>
              <a:t>23-06-2026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D914CA-810D-706D-9D01-F3B2FF29AB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1607674"/>
            <a:ext cx="11233150" cy="4572000"/>
          </a:xfrm>
        </p:spPr>
        <p:txBody>
          <a:bodyPr/>
          <a:lstStyle>
            <a:lvl1pPr>
              <a:defRPr sz="2000"/>
            </a:lvl1pPr>
            <a:lvl2pPr marL="233363" indent="-233363">
              <a:defRPr/>
            </a:lvl2pPr>
            <a:lvl3pPr marL="690563" indent="-344488">
              <a:buFont typeface="Wingdings" panose="05000000000000000000" pitchFamily="2" charset="2"/>
              <a:buChar char="§"/>
              <a:tabLst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2" indent="-285750">
              <a:defRPr lang="en-CA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marL="568325" lvl="2" indent="-2222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  <a:p>
            <a:pPr marL="914400" lvl="3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  <a:endParaRPr lang="en-CA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A300190-6376-D09E-8452-E64650A4DC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082039"/>
            <a:ext cx="11233150" cy="307777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5F65F8-69C5-7929-2075-81B9154B276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81019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fld id="{0D0BCD89-40B2-4E85-A9A7-2FEC93AD1C00}" type="datetime1">
              <a:rPr lang="en-IN" smtClean="0"/>
              <a:t>23-06-2026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A300190-6376-D09E-8452-E64650A4DC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082039"/>
            <a:ext cx="11233150" cy="307777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6A382F-B541-0606-47AA-1409085AC34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59085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fld id="{7061A076-39DF-4C0A-A09C-1D963FC7901E}" type="datetime1">
              <a:rPr lang="en-IN" smtClean="0"/>
              <a:t>23-06-2026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D914CA-810D-706D-9D01-F3B2FF29AB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1607674"/>
            <a:ext cx="5406044" cy="4572000"/>
          </a:xfrm>
        </p:spPr>
        <p:txBody>
          <a:bodyPr/>
          <a:lstStyle>
            <a:lvl1pPr>
              <a:defRPr sz="2000"/>
            </a:lvl1pPr>
            <a:lvl2pPr marL="233363" indent="-233363">
              <a:defRPr lang="en-US" sz="2000" b="0" i="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31825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2" indent="-285750">
              <a:defRPr lang="en-CA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marL="568325" lvl="2" indent="-2222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/>
            </a:pPr>
            <a:r>
              <a:rPr lang="en-US"/>
              <a:t>Third level</a:t>
            </a:r>
          </a:p>
          <a:p>
            <a:pPr marL="914400" lvl="3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  <a:endParaRPr lang="en-CA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A5003050-6E0D-2D7B-5176-83E9DF8CE9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6533" y="1607674"/>
            <a:ext cx="5406044" cy="4572000"/>
          </a:xfrm>
        </p:spPr>
        <p:txBody>
          <a:bodyPr/>
          <a:lstStyle>
            <a:lvl1pPr>
              <a:defRPr sz="2000"/>
            </a:lvl1pPr>
            <a:lvl2pPr marL="233363" indent="-233363">
              <a:defRPr lang="en-US" sz="2000" b="0" i="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31825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2" indent="-285750">
              <a:defRPr lang="en-CA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marL="568325" lvl="2" indent="-2222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/>
            </a:pPr>
            <a:r>
              <a:rPr lang="en-US"/>
              <a:t>Third level</a:t>
            </a:r>
          </a:p>
          <a:p>
            <a:pPr marL="914400" lvl="3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59F4B6-DE3A-D095-1375-414BFDCFBED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517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fld id="{2A9AC00A-5CA9-4784-B1B1-318DD9D32FEA}" type="datetime1">
              <a:rPr lang="en-IN" smtClean="0"/>
              <a:t>23-06-2026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D914CA-810D-706D-9D01-F3B2FF29AB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1607674"/>
            <a:ext cx="5406044" cy="4572000"/>
          </a:xfrm>
        </p:spPr>
        <p:txBody>
          <a:bodyPr/>
          <a:lstStyle>
            <a:lvl1pPr>
              <a:defRPr sz="2000"/>
            </a:lvl1pPr>
            <a:lvl2pPr marL="233363" indent="-233363">
              <a:defRPr lang="en-US" sz="2000" b="0" i="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31825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2" indent="-285750">
              <a:defRPr lang="en-CA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marL="568325" lvl="2" indent="-2222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/>
            </a:pPr>
            <a:r>
              <a:rPr lang="en-US"/>
              <a:t>Third level</a:t>
            </a:r>
          </a:p>
          <a:p>
            <a:pPr marL="914400" lvl="3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  <a:endParaRPr lang="en-CA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A5003050-6E0D-2D7B-5176-83E9DF8CE9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6533" y="1607674"/>
            <a:ext cx="5406044" cy="4572000"/>
          </a:xfrm>
        </p:spPr>
        <p:txBody>
          <a:bodyPr/>
          <a:lstStyle>
            <a:lvl1pPr>
              <a:defRPr sz="2000"/>
            </a:lvl1pPr>
            <a:lvl2pPr marL="233363" indent="-233363">
              <a:defRPr lang="en-US" sz="2000" b="0" i="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31825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2" indent="-285750">
              <a:defRPr lang="en-CA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marL="568325" lvl="2" indent="-2222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/>
            </a:pPr>
            <a:r>
              <a:rPr lang="en-US"/>
              <a:t>Third level</a:t>
            </a:r>
          </a:p>
          <a:p>
            <a:pPr marL="914400" lvl="3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  <a:endParaRPr lang="en-CA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5180B89-E4D0-4962-C21B-20E8C3E52B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425" y="1082039"/>
            <a:ext cx="11233150" cy="307777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2D751F38-105C-F625-9AC5-C8A28417D60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25841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_Fill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IN" dirty="0"/>
            </a:lvl1pPr>
          </a:lstStyle>
          <a:p>
            <a:pPr lvl="0"/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fld id="{18380777-4202-4297-83FD-2373EC5AB2C7}" type="datetime1">
              <a:rPr lang="en-IN" smtClean="0"/>
              <a:t>23-06-2026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D914CA-810D-706D-9D01-F3B2FF29AB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1607674"/>
            <a:ext cx="5406044" cy="4572000"/>
          </a:xfrm>
          <a:solidFill>
            <a:schemeClr val="bg1">
              <a:lumMod val="95000"/>
            </a:schemeClr>
          </a:solidFill>
        </p:spPr>
        <p:txBody>
          <a:bodyPr lIns="91440" tIns="91440" rIns="91440" bIns="91440">
            <a:noAutofit/>
          </a:bodyPr>
          <a:lstStyle>
            <a:lvl1pPr>
              <a:defRPr sz="2000"/>
            </a:lvl1pPr>
            <a:lvl2pPr marL="233363" indent="-233363">
              <a:defRPr/>
            </a:lvl2pPr>
            <a:lvl3pPr marL="631825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marL="568325" lvl="2" indent="-2222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A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A5003050-6E0D-2D7B-5176-83E9DF8CE9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6533" y="1607674"/>
            <a:ext cx="5406044" cy="4572000"/>
          </a:xfrm>
          <a:solidFill>
            <a:schemeClr val="bg1">
              <a:lumMod val="95000"/>
            </a:schemeClr>
          </a:solidFill>
        </p:spPr>
        <p:txBody>
          <a:bodyPr lIns="91440" tIns="91440" rIns="91440" bIns="91440">
            <a:noAutofit/>
          </a:bodyPr>
          <a:lstStyle>
            <a:lvl1pPr>
              <a:defRPr sz="2000"/>
            </a:lvl1pPr>
            <a:lvl2pPr marL="233363" indent="-233363">
              <a:defRPr/>
            </a:lvl2pPr>
            <a:lvl3pPr marL="631825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marL="568325" lvl="2" indent="-2222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FFAC34-AB64-3006-144A-526A9BB196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5996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7AD40-6E96-4D67-84D4-87D3FC762833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D914CA-810D-706D-9D01-F3B2FF29AB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1607674"/>
            <a:ext cx="3595053" cy="4572000"/>
          </a:xfrm>
        </p:spPr>
        <p:txBody>
          <a:bodyPr>
            <a:normAutofit/>
          </a:bodyPr>
          <a:lstStyle>
            <a:lvl1pPr>
              <a:defRPr sz="2000"/>
            </a:lvl1pPr>
            <a:lvl2pPr marL="233363" indent="-233363">
              <a:defRPr sz="2000"/>
            </a:lvl2pPr>
            <a:lvl3pPr marL="568325" indent="-222250">
              <a:defRPr sz="1800"/>
            </a:lvl3pPr>
            <a:lvl4pPr marL="914400" indent="-223838"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A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A5003050-6E0D-2D7B-5176-83E9DF8CE9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1172" y="1607674"/>
            <a:ext cx="3595053" cy="4572000"/>
          </a:xfrm>
        </p:spPr>
        <p:txBody>
          <a:bodyPr>
            <a:normAutofit/>
          </a:bodyPr>
          <a:lstStyle>
            <a:lvl1pPr>
              <a:defRPr sz="2000"/>
            </a:lvl1pPr>
            <a:lvl2pPr marL="233363" indent="-233363">
              <a:defRPr sz="2000"/>
            </a:lvl2pPr>
            <a:lvl3pPr marL="568325" indent="-222250">
              <a:defRPr sz="1800"/>
            </a:lvl3pPr>
            <a:lvl4pPr marL="914400" indent="-223838"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A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BF29C23-0580-4B94-C7E2-3E3E2343BC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22920" y="1607674"/>
            <a:ext cx="3595053" cy="4572000"/>
          </a:xfrm>
        </p:spPr>
        <p:txBody>
          <a:bodyPr>
            <a:normAutofit/>
          </a:bodyPr>
          <a:lstStyle>
            <a:lvl1pPr>
              <a:defRPr sz="2000"/>
            </a:lvl1pPr>
            <a:lvl2pPr marL="233363" indent="-233363">
              <a:defRPr sz="2000"/>
            </a:lvl2pPr>
            <a:lvl3pPr marL="568325" indent="-222250">
              <a:defRPr sz="1800"/>
            </a:lvl3pPr>
            <a:lvl4pPr marL="914400" indent="-223838"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A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48158FB-0200-3E93-8B41-8D5C0933D3B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79369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A0AF-A156-4298-B086-1FFD676A9B48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D914CA-810D-706D-9D01-F3B2FF29AB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1607674"/>
            <a:ext cx="3595053" cy="4572000"/>
          </a:xfrm>
        </p:spPr>
        <p:txBody>
          <a:bodyPr>
            <a:normAutofit/>
          </a:bodyPr>
          <a:lstStyle>
            <a:lvl1pPr>
              <a:defRPr sz="2000"/>
            </a:lvl1pPr>
            <a:lvl2pPr marL="233363" indent="-233363">
              <a:defRPr sz="2000"/>
            </a:lvl2pPr>
            <a:lvl3pPr marL="568325" indent="-222250">
              <a:defRPr sz="1800"/>
            </a:lvl3pPr>
            <a:lvl4pPr marL="914400" indent="-223838"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A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A5003050-6E0D-2D7B-5176-83E9DF8CE9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1172" y="1607674"/>
            <a:ext cx="3595053" cy="4572000"/>
          </a:xfrm>
        </p:spPr>
        <p:txBody>
          <a:bodyPr>
            <a:normAutofit/>
          </a:bodyPr>
          <a:lstStyle>
            <a:lvl1pPr>
              <a:defRPr sz="2000"/>
            </a:lvl1pPr>
            <a:lvl2pPr marL="233363" indent="-233363">
              <a:defRPr sz="2000"/>
            </a:lvl2pPr>
            <a:lvl3pPr marL="568325" indent="-222250">
              <a:defRPr sz="1800"/>
            </a:lvl3pPr>
            <a:lvl4pPr marL="914400" indent="-223838"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A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BF29C23-0580-4B94-C7E2-3E3E2343BC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22920" y="1607674"/>
            <a:ext cx="3595053" cy="4572000"/>
          </a:xfrm>
        </p:spPr>
        <p:txBody>
          <a:bodyPr>
            <a:normAutofit/>
          </a:bodyPr>
          <a:lstStyle>
            <a:lvl1pPr>
              <a:defRPr sz="2000"/>
            </a:lvl1pPr>
            <a:lvl2pPr marL="233363" indent="-233363">
              <a:defRPr sz="2000"/>
            </a:lvl2pPr>
            <a:lvl3pPr marL="568325" indent="-222250">
              <a:defRPr sz="1800"/>
            </a:lvl3pPr>
            <a:lvl4pPr marL="914400" indent="-223838"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A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63A8DCB-3894-2239-5905-857FA6B02C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425" y="1082039"/>
            <a:ext cx="11233150" cy="307777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94A6301F-39A5-77E1-6F94-721406252A1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70470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 Layout Text M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E309-587F-43D2-AF18-4838C1E4A625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D914CA-810D-706D-9D01-F3B2FF29AB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4" y="1607674"/>
            <a:ext cx="7416801" cy="4572000"/>
          </a:xfrm>
        </p:spPr>
        <p:txBody>
          <a:bodyPr>
            <a:normAutofit/>
          </a:bodyPr>
          <a:lstStyle>
            <a:lvl1pPr>
              <a:defRPr sz="2000"/>
            </a:lvl1pPr>
            <a:lvl2pPr marL="233363" indent="-233363">
              <a:defRPr sz="2000"/>
            </a:lvl2pPr>
            <a:lvl3pPr marL="568325" indent="-222250">
              <a:defRPr sz="1800"/>
            </a:lvl3pPr>
            <a:lvl4pPr marL="914400" indent="-223838"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A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BF29C23-0580-4B94-C7E2-3E3E2343BC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12125" y="1607674"/>
            <a:ext cx="3600451" cy="4572000"/>
          </a:xfrm>
        </p:spPr>
        <p:txBody>
          <a:bodyPr>
            <a:normAutofit/>
          </a:bodyPr>
          <a:lstStyle>
            <a:lvl1pPr>
              <a:defRPr sz="2000"/>
            </a:lvl1pPr>
            <a:lvl2pPr marL="233363" indent="-233363">
              <a:defRPr sz="2000"/>
            </a:lvl2pPr>
            <a:lvl3pPr marL="568325" indent="-222250">
              <a:defRPr sz="1800"/>
            </a:lvl3pPr>
            <a:lvl4pPr marL="914400" indent="-223838"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A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3B93FD9F-18A4-5619-D0E6-20F33990402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542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38432-CE68-4763-BA07-9B3FCF897EA9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D914CA-810D-706D-9D01-F3B2FF29AB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4" y="1607674"/>
            <a:ext cx="3840480" cy="4572000"/>
          </a:xfrm>
        </p:spPr>
        <p:txBody>
          <a:bodyPr>
            <a:normAutofit/>
          </a:bodyPr>
          <a:lstStyle>
            <a:lvl1pPr>
              <a:defRPr sz="2000"/>
            </a:lvl1pPr>
            <a:lvl2pPr marL="233363" indent="-233363">
              <a:defRPr sz="2000"/>
            </a:lvl2pPr>
            <a:lvl3pPr marL="568325" indent="-222250">
              <a:defRPr sz="1800"/>
            </a:lvl3pPr>
            <a:lvl4pPr marL="914400" indent="-223838"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A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B6CB7CA-3B17-2ECC-0A62-8B4A1A3BA8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3934" y="1607674"/>
            <a:ext cx="990600" cy="990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B94BF1-0826-22C6-78D9-64EA62259D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00014" y="2382344"/>
            <a:ext cx="6865901" cy="3818431"/>
          </a:xfrm>
          <a:prstGeom prst="rect">
            <a:avLst/>
          </a:prstGeom>
        </p:spPr>
      </p:pic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9D574C52-8F02-A156-6614-A74EA4B6D1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26214" y="2545598"/>
            <a:ext cx="6413499" cy="3489442"/>
          </a:xfrm>
          <a:prstGeom prst="roundRect">
            <a:avLst>
              <a:gd name="adj" fmla="val 929"/>
            </a:avLst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83ABC8-9D39-2EED-09C2-5F843B521A2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6875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FF764-47FB-4F15-8D85-4B4DE28B7865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D914CA-810D-706D-9D01-F3B2FF29AB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4" y="1607674"/>
            <a:ext cx="6766560" cy="4572000"/>
          </a:xfrm>
        </p:spPr>
        <p:txBody>
          <a:bodyPr>
            <a:normAutofit/>
          </a:bodyPr>
          <a:lstStyle>
            <a:lvl1pPr>
              <a:defRPr sz="2000"/>
            </a:lvl1pPr>
            <a:lvl2pPr marL="233363" indent="-233363">
              <a:defRPr sz="2000"/>
            </a:lvl2pPr>
            <a:lvl3pPr marL="568325" indent="-222250">
              <a:defRPr sz="1800"/>
            </a:lvl3pPr>
            <a:lvl4pPr marL="914400" indent="-223838"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A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2BD42D0F-31BC-DE94-1E50-ADDC152511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96225" y="1750028"/>
            <a:ext cx="840114" cy="840114"/>
          </a:xfrm>
          <a:prstGeom prst="rect">
            <a:avLst/>
          </a:prstGeom>
        </p:spPr>
      </p:pic>
      <p:sp>
        <p:nvSpPr>
          <p:cNvPr id="26" name="Freeform 5">
            <a:extLst>
              <a:ext uri="{FF2B5EF4-FFF2-40B4-BE49-F238E27FC236}">
                <a16:creationId xmlns:a16="http://schemas.microsoft.com/office/drawing/2014/main" id="{913168BC-C466-ED1F-E354-E562B1AA66C5}"/>
              </a:ext>
            </a:extLst>
          </p:cNvPr>
          <p:cNvSpPr>
            <a:spLocks/>
          </p:cNvSpPr>
          <p:nvPr userDrawn="1"/>
        </p:nvSpPr>
        <p:spPr bwMode="auto">
          <a:xfrm>
            <a:off x="8638266" y="1592264"/>
            <a:ext cx="2323778" cy="4608512"/>
          </a:xfrm>
          <a:custGeom>
            <a:avLst/>
            <a:gdLst>
              <a:gd name="T0" fmla="*/ 878 w 878"/>
              <a:gd name="T1" fmla="*/ 400 h 1744"/>
              <a:gd name="T2" fmla="*/ 871 w 878"/>
              <a:gd name="T3" fmla="*/ 400 h 1744"/>
              <a:gd name="T4" fmla="*/ 871 w 878"/>
              <a:gd name="T5" fmla="*/ 119 h 1744"/>
              <a:gd name="T6" fmla="*/ 752 w 878"/>
              <a:gd name="T7" fmla="*/ 0 h 1744"/>
              <a:gd name="T8" fmla="*/ 124 w 878"/>
              <a:gd name="T9" fmla="*/ 0 h 1744"/>
              <a:gd name="T10" fmla="*/ 5 w 878"/>
              <a:gd name="T11" fmla="*/ 119 h 1744"/>
              <a:gd name="T12" fmla="*/ 5 w 878"/>
              <a:gd name="T13" fmla="*/ 239 h 1744"/>
              <a:gd name="T14" fmla="*/ 0 w 878"/>
              <a:gd name="T15" fmla="*/ 239 h 1744"/>
              <a:gd name="T16" fmla="*/ 0 w 878"/>
              <a:gd name="T17" fmla="*/ 298 h 1744"/>
              <a:gd name="T18" fmla="*/ 5 w 878"/>
              <a:gd name="T19" fmla="*/ 298 h 1744"/>
              <a:gd name="T20" fmla="*/ 5 w 878"/>
              <a:gd name="T21" fmla="*/ 359 h 1744"/>
              <a:gd name="T22" fmla="*/ 0 w 878"/>
              <a:gd name="T23" fmla="*/ 359 h 1744"/>
              <a:gd name="T24" fmla="*/ 0 w 878"/>
              <a:gd name="T25" fmla="*/ 477 h 1744"/>
              <a:gd name="T26" fmla="*/ 5 w 878"/>
              <a:gd name="T27" fmla="*/ 477 h 1744"/>
              <a:gd name="T28" fmla="*/ 5 w 878"/>
              <a:gd name="T29" fmla="*/ 507 h 1744"/>
              <a:gd name="T30" fmla="*/ 0 w 878"/>
              <a:gd name="T31" fmla="*/ 507 h 1744"/>
              <a:gd name="T32" fmla="*/ 0 w 878"/>
              <a:gd name="T33" fmla="*/ 625 h 1744"/>
              <a:gd name="T34" fmla="*/ 5 w 878"/>
              <a:gd name="T35" fmla="*/ 625 h 1744"/>
              <a:gd name="T36" fmla="*/ 5 w 878"/>
              <a:gd name="T37" fmla="*/ 1625 h 1744"/>
              <a:gd name="T38" fmla="*/ 124 w 878"/>
              <a:gd name="T39" fmla="*/ 1744 h 1744"/>
              <a:gd name="T40" fmla="*/ 752 w 878"/>
              <a:gd name="T41" fmla="*/ 1744 h 1744"/>
              <a:gd name="T42" fmla="*/ 871 w 878"/>
              <a:gd name="T43" fmla="*/ 1625 h 1744"/>
              <a:gd name="T44" fmla="*/ 871 w 878"/>
              <a:gd name="T45" fmla="*/ 583 h 1744"/>
              <a:gd name="T46" fmla="*/ 878 w 878"/>
              <a:gd name="T47" fmla="*/ 583 h 1744"/>
              <a:gd name="T48" fmla="*/ 878 w 878"/>
              <a:gd name="T49" fmla="*/ 400 h 1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878" h="1744">
                <a:moveTo>
                  <a:pt x="878" y="400"/>
                </a:moveTo>
                <a:cubicBezTo>
                  <a:pt x="871" y="400"/>
                  <a:pt x="871" y="400"/>
                  <a:pt x="871" y="400"/>
                </a:cubicBezTo>
                <a:cubicBezTo>
                  <a:pt x="871" y="119"/>
                  <a:pt x="871" y="119"/>
                  <a:pt x="871" y="119"/>
                </a:cubicBezTo>
                <a:cubicBezTo>
                  <a:pt x="871" y="53"/>
                  <a:pt x="818" y="0"/>
                  <a:pt x="752" y="0"/>
                </a:cubicBezTo>
                <a:cubicBezTo>
                  <a:pt x="124" y="0"/>
                  <a:pt x="124" y="0"/>
                  <a:pt x="124" y="0"/>
                </a:cubicBezTo>
                <a:cubicBezTo>
                  <a:pt x="58" y="0"/>
                  <a:pt x="5" y="53"/>
                  <a:pt x="5" y="119"/>
                </a:cubicBezTo>
                <a:cubicBezTo>
                  <a:pt x="5" y="239"/>
                  <a:pt x="5" y="239"/>
                  <a:pt x="5" y="239"/>
                </a:cubicBezTo>
                <a:cubicBezTo>
                  <a:pt x="0" y="239"/>
                  <a:pt x="0" y="239"/>
                  <a:pt x="0" y="239"/>
                </a:cubicBezTo>
                <a:cubicBezTo>
                  <a:pt x="0" y="298"/>
                  <a:pt x="0" y="298"/>
                  <a:pt x="0" y="298"/>
                </a:cubicBezTo>
                <a:cubicBezTo>
                  <a:pt x="5" y="298"/>
                  <a:pt x="5" y="298"/>
                  <a:pt x="5" y="298"/>
                </a:cubicBezTo>
                <a:cubicBezTo>
                  <a:pt x="5" y="359"/>
                  <a:pt x="5" y="359"/>
                  <a:pt x="5" y="359"/>
                </a:cubicBezTo>
                <a:cubicBezTo>
                  <a:pt x="0" y="359"/>
                  <a:pt x="0" y="359"/>
                  <a:pt x="0" y="359"/>
                </a:cubicBezTo>
                <a:cubicBezTo>
                  <a:pt x="0" y="477"/>
                  <a:pt x="0" y="477"/>
                  <a:pt x="0" y="477"/>
                </a:cubicBezTo>
                <a:cubicBezTo>
                  <a:pt x="5" y="477"/>
                  <a:pt x="5" y="477"/>
                  <a:pt x="5" y="477"/>
                </a:cubicBezTo>
                <a:cubicBezTo>
                  <a:pt x="5" y="507"/>
                  <a:pt x="5" y="507"/>
                  <a:pt x="5" y="507"/>
                </a:cubicBezTo>
                <a:cubicBezTo>
                  <a:pt x="0" y="507"/>
                  <a:pt x="0" y="507"/>
                  <a:pt x="0" y="507"/>
                </a:cubicBezTo>
                <a:cubicBezTo>
                  <a:pt x="0" y="625"/>
                  <a:pt x="0" y="625"/>
                  <a:pt x="0" y="625"/>
                </a:cubicBezTo>
                <a:cubicBezTo>
                  <a:pt x="5" y="625"/>
                  <a:pt x="5" y="625"/>
                  <a:pt x="5" y="625"/>
                </a:cubicBezTo>
                <a:cubicBezTo>
                  <a:pt x="5" y="1625"/>
                  <a:pt x="5" y="1625"/>
                  <a:pt x="5" y="1625"/>
                </a:cubicBezTo>
                <a:cubicBezTo>
                  <a:pt x="5" y="1691"/>
                  <a:pt x="58" y="1744"/>
                  <a:pt x="124" y="1744"/>
                </a:cubicBezTo>
                <a:cubicBezTo>
                  <a:pt x="752" y="1744"/>
                  <a:pt x="752" y="1744"/>
                  <a:pt x="752" y="1744"/>
                </a:cubicBezTo>
                <a:cubicBezTo>
                  <a:pt x="818" y="1744"/>
                  <a:pt x="871" y="1691"/>
                  <a:pt x="871" y="1625"/>
                </a:cubicBezTo>
                <a:cubicBezTo>
                  <a:pt x="871" y="583"/>
                  <a:pt x="871" y="583"/>
                  <a:pt x="871" y="583"/>
                </a:cubicBezTo>
                <a:cubicBezTo>
                  <a:pt x="878" y="583"/>
                  <a:pt x="878" y="583"/>
                  <a:pt x="878" y="583"/>
                </a:cubicBezTo>
                <a:lnTo>
                  <a:pt x="878" y="400"/>
                </a:lnTo>
                <a:close/>
              </a:path>
            </a:pathLst>
          </a:custGeom>
          <a:solidFill>
            <a:srgbClr val="BC9B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0C0C0C"/>
              </a:solidFill>
              <a:effectLst/>
              <a:uLnTx/>
              <a:uFillTx/>
            </a:endParaRPr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FE811907-E831-3318-56E5-0BE2565A632C}"/>
              </a:ext>
            </a:extLst>
          </p:cNvPr>
          <p:cNvSpPr>
            <a:spLocks/>
          </p:cNvSpPr>
          <p:nvPr userDrawn="1"/>
        </p:nvSpPr>
        <p:spPr bwMode="auto">
          <a:xfrm>
            <a:off x="8696159" y="1636694"/>
            <a:ext cx="2202608" cy="4516961"/>
          </a:xfrm>
          <a:custGeom>
            <a:avLst/>
            <a:gdLst>
              <a:gd name="T0" fmla="*/ 0 w 832"/>
              <a:gd name="T1" fmla="*/ 1599 h 1709"/>
              <a:gd name="T2" fmla="*/ 0 w 832"/>
              <a:gd name="T3" fmla="*/ 111 h 1709"/>
              <a:gd name="T4" fmla="*/ 111 w 832"/>
              <a:gd name="T5" fmla="*/ 0 h 1709"/>
              <a:gd name="T6" fmla="*/ 721 w 832"/>
              <a:gd name="T7" fmla="*/ 0 h 1709"/>
              <a:gd name="T8" fmla="*/ 832 w 832"/>
              <a:gd name="T9" fmla="*/ 111 h 1709"/>
              <a:gd name="T10" fmla="*/ 832 w 832"/>
              <a:gd name="T11" fmla="*/ 1599 h 1709"/>
              <a:gd name="T12" fmla="*/ 721 w 832"/>
              <a:gd name="T13" fmla="*/ 1709 h 1709"/>
              <a:gd name="T14" fmla="*/ 111 w 832"/>
              <a:gd name="T15" fmla="*/ 1709 h 1709"/>
              <a:gd name="T16" fmla="*/ 0 w 832"/>
              <a:gd name="T17" fmla="*/ 1599 h 17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2" h="1709">
                <a:moveTo>
                  <a:pt x="0" y="1599"/>
                </a:moveTo>
                <a:cubicBezTo>
                  <a:pt x="0" y="111"/>
                  <a:pt x="0" y="111"/>
                  <a:pt x="0" y="111"/>
                </a:cubicBezTo>
                <a:cubicBezTo>
                  <a:pt x="0" y="50"/>
                  <a:pt x="50" y="0"/>
                  <a:pt x="111" y="0"/>
                </a:cubicBezTo>
                <a:cubicBezTo>
                  <a:pt x="721" y="0"/>
                  <a:pt x="721" y="0"/>
                  <a:pt x="721" y="0"/>
                </a:cubicBezTo>
                <a:cubicBezTo>
                  <a:pt x="782" y="0"/>
                  <a:pt x="832" y="50"/>
                  <a:pt x="832" y="111"/>
                </a:cubicBezTo>
                <a:cubicBezTo>
                  <a:pt x="832" y="1599"/>
                  <a:pt x="832" y="1599"/>
                  <a:pt x="832" y="1599"/>
                </a:cubicBezTo>
                <a:cubicBezTo>
                  <a:pt x="832" y="1660"/>
                  <a:pt x="782" y="1709"/>
                  <a:pt x="721" y="1709"/>
                </a:cubicBezTo>
                <a:cubicBezTo>
                  <a:pt x="111" y="1709"/>
                  <a:pt x="111" y="1709"/>
                  <a:pt x="111" y="1709"/>
                </a:cubicBezTo>
                <a:cubicBezTo>
                  <a:pt x="50" y="1709"/>
                  <a:pt x="0" y="1660"/>
                  <a:pt x="0" y="1599"/>
                </a:cubicBezTo>
                <a:close/>
              </a:path>
            </a:pathLst>
          </a:custGeom>
          <a:solidFill>
            <a:srgbClr val="201F1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0C0C0C"/>
              </a:solidFill>
              <a:effectLst/>
              <a:uLnTx/>
              <a:uFillTx/>
            </a:endParaRP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3FF6DA48-BF81-C324-E1EC-F86AB8BFC40B}"/>
              </a:ext>
            </a:extLst>
          </p:cNvPr>
          <p:cNvSpPr>
            <a:spLocks/>
          </p:cNvSpPr>
          <p:nvPr userDrawn="1"/>
        </p:nvSpPr>
        <p:spPr bwMode="auto">
          <a:xfrm>
            <a:off x="8813290" y="1753824"/>
            <a:ext cx="1968345" cy="4285391"/>
          </a:xfrm>
          <a:custGeom>
            <a:avLst/>
            <a:gdLst>
              <a:gd name="T0" fmla="*/ 0 w 744"/>
              <a:gd name="T1" fmla="*/ 1555 h 1622"/>
              <a:gd name="T2" fmla="*/ 0 w 744"/>
              <a:gd name="T3" fmla="*/ 66 h 1622"/>
              <a:gd name="T4" fmla="*/ 66 w 744"/>
              <a:gd name="T5" fmla="*/ 0 h 1622"/>
              <a:gd name="T6" fmla="*/ 678 w 744"/>
              <a:gd name="T7" fmla="*/ 0 h 1622"/>
              <a:gd name="T8" fmla="*/ 744 w 744"/>
              <a:gd name="T9" fmla="*/ 66 h 1622"/>
              <a:gd name="T10" fmla="*/ 744 w 744"/>
              <a:gd name="T11" fmla="*/ 1555 h 1622"/>
              <a:gd name="T12" fmla="*/ 678 w 744"/>
              <a:gd name="T13" fmla="*/ 1622 h 1622"/>
              <a:gd name="T14" fmla="*/ 66 w 744"/>
              <a:gd name="T15" fmla="*/ 1622 h 1622"/>
              <a:gd name="T16" fmla="*/ 0 w 744"/>
              <a:gd name="T17" fmla="*/ 1555 h 1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44" h="1622">
                <a:moveTo>
                  <a:pt x="0" y="1555"/>
                </a:moveTo>
                <a:cubicBezTo>
                  <a:pt x="0" y="66"/>
                  <a:pt x="0" y="66"/>
                  <a:pt x="0" y="66"/>
                </a:cubicBezTo>
                <a:cubicBezTo>
                  <a:pt x="0" y="30"/>
                  <a:pt x="29" y="0"/>
                  <a:pt x="66" y="0"/>
                </a:cubicBezTo>
                <a:cubicBezTo>
                  <a:pt x="678" y="0"/>
                  <a:pt x="678" y="0"/>
                  <a:pt x="678" y="0"/>
                </a:cubicBezTo>
                <a:cubicBezTo>
                  <a:pt x="714" y="0"/>
                  <a:pt x="744" y="30"/>
                  <a:pt x="744" y="66"/>
                </a:cubicBezTo>
                <a:cubicBezTo>
                  <a:pt x="744" y="1555"/>
                  <a:pt x="744" y="1555"/>
                  <a:pt x="744" y="1555"/>
                </a:cubicBezTo>
                <a:cubicBezTo>
                  <a:pt x="744" y="1592"/>
                  <a:pt x="714" y="1622"/>
                  <a:pt x="678" y="1622"/>
                </a:cubicBezTo>
                <a:cubicBezTo>
                  <a:pt x="66" y="1622"/>
                  <a:pt x="66" y="1622"/>
                  <a:pt x="66" y="1622"/>
                </a:cubicBezTo>
                <a:cubicBezTo>
                  <a:pt x="29" y="1622"/>
                  <a:pt x="0" y="1592"/>
                  <a:pt x="0" y="1555"/>
                </a:cubicBezTo>
                <a:close/>
              </a:path>
            </a:pathLst>
          </a:custGeom>
          <a:solidFill>
            <a:srgbClr val="FFFF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0C0C0C"/>
              </a:solidFill>
              <a:effectLst/>
              <a:uLnTx/>
              <a:uFillTx/>
            </a:endParaRPr>
          </a:p>
        </p:txBody>
      </p:sp>
      <p:sp>
        <p:nvSpPr>
          <p:cNvPr id="29" name="Freeform 8">
            <a:extLst>
              <a:ext uri="{FF2B5EF4-FFF2-40B4-BE49-F238E27FC236}">
                <a16:creationId xmlns:a16="http://schemas.microsoft.com/office/drawing/2014/main" id="{C7945938-A334-A97E-D242-8A6DD62BBC5A}"/>
              </a:ext>
            </a:extLst>
          </p:cNvPr>
          <p:cNvSpPr>
            <a:spLocks/>
          </p:cNvSpPr>
          <p:nvPr userDrawn="1"/>
        </p:nvSpPr>
        <p:spPr bwMode="auto">
          <a:xfrm>
            <a:off x="9227962" y="1660928"/>
            <a:ext cx="1139001" cy="258497"/>
          </a:xfrm>
          <a:custGeom>
            <a:avLst/>
            <a:gdLst>
              <a:gd name="T0" fmla="*/ 377 w 430"/>
              <a:gd name="T1" fmla="*/ 98 h 98"/>
              <a:gd name="T2" fmla="*/ 53 w 430"/>
              <a:gd name="T3" fmla="*/ 98 h 98"/>
              <a:gd name="T4" fmla="*/ 0 w 430"/>
              <a:gd name="T5" fmla="*/ 45 h 98"/>
              <a:gd name="T6" fmla="*/ 0 w 430"/>
              <a:gd name="T7" fmla="*/ 0 h 98"/>
              <a:gd name="T8" fmla="*/ 430 w 430"/>
              <a:gd name="T9" fmla="*/ 0 h 98"/>
              <a:gd name="T10" fmla="*/ 430 w 430"/>
              <a:gd name="T11" fmla="*/ 45 h 98"/>
              <a:gd name="T12" fmla="*/ 377 w 430"/>
              <a:gd name="T13" fmla="*/ 98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0" h="98">
                <a:moveTo>
                  <a:pt x="377" y="98"/>
                </a:moveTo>
                <a:cubicBezTo>
                  <a:pt x="53" y="98"/>
                  <a:pt x="53" y="98"/>
                  <a:pt x="53" y="98"/>
                </a:cubicBezTo>
                <a:cubicBezTo>
                  <a:pt x="24" y="98"/>
                  <a:pt x="0" y="75"/>
                  <a:pt x="0" y="45"/>
                </a:cubicBezTo>
                <a:cubicBezTo>
                  <a:pt x="0" y="0"/>
                  <a:pt x="0" y="0"/>
                  <a:pt x="0" y="0"/>
                </a:cubicBezTo>
                <a:cubicBezTo>
                  <a:pt x="430" y="0"/>
                  <a:pt x="430" y="0"/>
                  <a:pt x="430" y="0"/>
                </a:cubicBezTo>
                <a:cubicBezTo>
                  <a:pt x="430" y="45"/>
                  <a:pt x="430" y="45"/>
                  <a:pt x="430" y="45"/>
                </a:cubicBezTo>
                <a:cubicBezTo>
                  <a:pt x="430" y="75"/>
                  <a:pt x="406" y="98"/>
                  <a:pt x="377" y="98"/>
                </a:cubicBezTo>
                <a:close/>
              </a:path>
            </a:pathLst>
          </a:custGeom>
          <a:solidFill>
            <a:srgbClr val="201F1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0C0C0C"/>
              </a:solidFill>
              <a:effectLst/>
              <a:uLnTx/>
              <a:uFillTx/>
            </a:endParaRP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C3F7B65-E06C-5222-BF24-1CC134255215}"/>
              </a:ext>
            </a:extLst>
          </p:cNvPr>
          <p:cNvSpPr txBox="1">
            <a:spLocks/>
          </p:cNvSpPr>
          <p:nvPr userDrawn="1"/>
        </p:nvSpPr>
        <p:spPr>
          <a:xfrm>
            <a:off x="8825407" y="1750028"/>
            <a:ext cx="1956228" cy="4288622"/>
          </a:xfrm>
          <a:custGeom>
            <a:avLst/>
            <a:gdLst>
              <a:gd name="connsiteX0" fmla="*/ 0 w 2306637"/>
              <a:gd name="connsiteY0" fmla="*/ 132978 h 5053013"/>
              <a:gd name="connsiteX1" fmla="*/ 132978 w 2306637"/>
              <a:gd name="connsiteY1" fmla="*/ 0 h 5053013"/>
              <a:gd name="connsiteX2" fmla="*/ 2173659 w 2306637"/>
              <a:gd name="connsiteY2" fmla="*/ 0 h 5053013"/>
              <a:gd name="connsiteX3" fmla="*/ 2306637 w 2306637"/>
              <a:gd name="connsiteY3" fmla="*/ 132978 h 5053013"/>
              <a:gd name="connsiteX4" fmla="*/ 2306637 w 2306637"/>
              <a:gd name="connsiteY4" fmla="*/ 4920035 h 5053013"/>
              <a:gd name="connsiteX5" fmla="*/ 2173659 w 2306637"/>
              <a:gd name="connsiteY5" fmla="*/ 5053013 h 5053013"/>
              <a:gd name="connsiteX6" fmla="*/ 132978 w 2306637"/>
              <a:gd name="connsiteY6" fmla="*/ 5053013 h 5053013"/>
              <a:gd name="connsiteX7" fmla="*/ 0 w 2306637"/>
              <a:gd name="connsiteY7" fmla="*/ 4920035 h 5053013"/>
              <a:gd name="connsiteX8" fmla="*/ 0 w 2306637"/>
              <a:gd name="connsiteY8" fmla="*/ 132978 h 5053013"/>
              <a:gd name="connsiteX0" fmla="*/ 0 w 2306637"/>
              <a:gd name="connsiteY0" fmla="*/ 13678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2173659 w 2306637"/>
              <a:gd name="connsiteY3" fmla="*/ 3810 h 5056823"/>
              <a:gd name="connsiteX4" fmla="*/ 2306637 w 2306637"/>
              <a:gd name="connsiteY4" fmla="*/ 136788 h 5056823"/>
              <a:gd name="connsiteX5" fmla="*/ 2306637 w 2306637"/>
              <a:gd name="connsiteY5" fmla="*/ 4923845 h 5056823"/>
              <a:gd name="connsiteX6" fmla="*/ 2173659 w 2306637"/>
              <a:gd name="connsiteY6" fmla="*/ 5056823 h 5056823"/>
              <a:gd name="connsiteX7" fmla="*/ 132978 w 2306637"/>
              <a:gd name="connsiteY7" fmla="*/ 5056823 h 5056823"/>
              <a:gd name="connsiteX8" fmla="*/ 0 w 2306637"/>
              <a:gd name="connsiteY8" fmla="*/ 4923845 h 5056823"/>
              <a:gd name="connsiteX9" fmla="*/ 0 w 2306637"/>
              <a:gd name="connsiteY9" fmla="*/ 136788 h 5056823"/>
              <a:gd name="connsiteX0" fmla="*/ 0 w 2306637"/>
              <a:gd name="connsiteY0" fmla="*/ 13678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1801177 w 2306637"/>
              <a:gd name="connsiteY3" fmla="*/ 5080 h 5056823"/>
              <a:gd name="connsiteX4" fmla="*/ 2173659 w 2306637"/>
              <a:gd name="connsiteY4" fmla="*/ 3810 h 5056823"/>
              <a:gd name="connsiteX5" fmla="*/ 2306637 w 2306637"/>
              <a:gd name="connsiteY5" fmla="*/ 136788 h 5056823"/>
              <a:gd name="connsiteX6" fmla="*/ 2306637 w 2306637"/>
              <a:gd name="connsiteY6" fmla="*/ 4923845 h 5056823"/>
              <a:gd name="connsiteX7" fmla="*/ 2173659 w 2306637"/>
              <a:gd name="connsiteY7" fmla="*/ 5056823 h 5056823"/>
              <a:gd name="connsiteX8" fmla="*/ 132978 w 2306637"/>
              <a:gd name="connsiteY8" fmla="*/ 5056823 h 5056823"/>
              <a:gd name="connsiteX9" fmla="*/ 0 w 2306637"/>
              <a:gd name="connsiteY9" fmla="*/ 4923845 h 5056823"/>
              <a:gd name="connsiteX10" fmla="*/ 0 w 2306637"/>
              <a:gd name="connsiteY10" fmla="*/ 136788 h 5056823"/>
              <a:gd name="connsiteX0" fmla="*/ 0 w 2306637"/>
              <a:gd name="connsiteY0" fmla="*/ 141868 h 5061903"/>
              <a:gd name="connsiteX1" fmla="*/ 132978 w 2306637"/>
              <a:gd name="connsiteY1" fmla="*/ 8890 h 5061903"/>
              <a:gd name="connsiteX2" fmla="*/ 475297 w 2306637"/>
              <a:gd name="connsiteY2" fmla="*/ 5080 h 5061903"/>
              <a:gd name="connsiteX3" fmla="*/ 1156017 w 2306637"/>
              <a:gd name="connsiteY3" fmla="*/ 0 h 5061903"/>
              <a:gd name="connsiteX4" fmla="*/ 1801177 w 2306637"/>
              <a:gd name="connsiteY4" fmla="*/ 10160 h 5061903"/>
              <a:gd name="connsiteX5" fmla="*/ 2173659 w 2306637"/>
              <a:gd name="connsiteY5" fmla="*/ 8890 h 5061903"/>
              <a:gd name="connsiteX6" fmla="*/ 2306637 w 2306637"/>
              <a:gd name="connsiteY6" fmla="*/ 141868 h 5061903"/>
              <a:gd name="connsiteX7" fmla="*/ 2306637 w 2306637"/>
              <a:gd name="connsiteY7" fmla="*/ 4928925 h 5061903"/>
              <a:gd name="connsiteX8" fmla="*/ 2173659 w 2306637"/>
              <a:gd name="connsiteY8" fmla="*/ 5061903 h 5061903"/>
              <a:gd name="connsiteX9" fmla="*/ 132978 w 2306637"/>
              <a:gd name="connsiteY9" fmla="*/ 5061903 h 5061903"/>
              <a:gd name="connsiteX10" fmla="*/ 0 w 2306637"/>
              <a:gd name="connsiteY10" fmla="*/ 4928925 h 5061903"/>
              <a:gd name="connsiteX11" fmla="*/ 0 w 2306637"/>
              <a:gd name="connsiteY11" fmla="*/ 141868 h 5061903"/>
              <a:gd name="connsiteX0" fmla="*/ 0 w 2306637"/>
              <a:gd name="connsiteY0" fmla="*/ 13678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1156017 w 2306637"/>
              <a:gd name="connsiteY3" fmla="*/ 218440 h 5056823"/>
              <a:gd name="connsiteX4" fmla="*/ 1801177 w 2306637"/>
              <a:gd name="connsiteY4" fmla="*/ 5080 h 5056823"/>
              <a:gd name="connsiteX5" fmla="*/ 2173659 w 2306637"/>
              <a:gd name="connsiteY5" fmla="*/ 3810 h 5056823"/>
              <a:gd name="connsiteX6" fmla="*/ 2306637 w 2306637"/>
              <a:gd name="connsiteY6" fmla="*/ 136788 h 5056823"/>
              <a:gd name="connsiteX7" fmla="*/ 2306637 w 2306637"/>
              <a:gd name="connsiteY7" fmla="*/ 4923845 h 5056823"/>
              <a:gd name="connsiteX8" fmla="*/ 2173659 w 2306637"/>
              <a:gd name="connsiteY8" fmla="*/ 5056823 h 5056823"/>
              <a:gd name="connsiteX9" fmla="*/ 132978 w 2306637"/>
              <a:gd name="connsiteY9" fmla="*/ 5056823 h 5056823"/>
              <a:gd name="connsiteX10" fmla="*/ 0 w 2306637"/>
              <a:gd name="connsiteY10" fmla="*/ 4923845 h 5056823"/>
              <a:gd name="connsiteX11" fmla="*/ 0 w 2306637"/>
              <a:gd name="connsiteY11" fmla="*/ 136788 h 5056823"/>
              <a:gd name="connsiteX0" fmla="*/ 0 w 2306637"/>
              <a:gd name="connsiteY0" fmla="*/ 13678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1156017 w 2306637"/>
              <a:gd name="connsiteY3" fmla="*/ 218440 h 5056823"/>
              <a:gd name="connsiteX4" fmla="*/ 1801177 w 2306637"/>
              <a:gd name="connsiteY4" fmla="*/ 5080 h 5056823"/>
              <a:gd name="connsiteX5" fmla="*/ 2173659 w 2306637"/>
              <a:gd name="connsiteY5" fmla="*/ 3810 h 5056823"/>
              <a:gd name="connsiteX6" fmla="*/ 2306637 w 2306637"/>
              <a:gd name="connsiteY6" fmla="*/ 136788 h 5056823"/>
              <a:gd name="connsiteX7" fmla="*/ 2306637 w 2306637"/>
              <a:gd name="connsiteY7" fmla="*/ 4923845 h 5056823"/>
              <a:gd name="connsiteX8" fmla="*/ 2173659 w 2306637"/>
              <a:gd name="connsiteY8" fmla="*/ 5056823 h 5056823"/>
              <a:gd name="connsiteX9" fmla="*/ 132978 w 2306637"/>
              <a:gd name="connsiteY9" fmla="*/ 5056823 h 5056823"/>
              <a:gd name="connsiteX10" fmla="*/ 0 w 2306637"/>
              <a:gd name="connsiteY10" fmla="*/ 4923845 h 5056823"/>
              <a:gd name="connsiteX11" fmla="*/ 0 w 2306637"/>
              <a:gd name="connsiteY11" fmla="*/ 136788 h 5056823"/>
              <a:gd name="connsiteX0" fmla="*/ 0 w 2306637"/>
              <a:gd name="connsiteY0" fmla="*/ 13678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1156017 w 2306637"/>
              <a:gd name="connsiteY3" fmla="*/ 218440 h 5056823"/>
              <a:gd name="connsiteX4" fmla="*/ 1801177 w 2306637"/>
              <a:gd name="connsiteY4" fmla="*/ 5080 h 5056823"/>
              <a:gd name="connsiteX5" fmla="*/ 2173659 w 2306637"/>
              <a:gd name="connsiteY5" fmla="*/ 3810 h 5056823"/>
              <a:gd name="connsiteX6" fmla="*/ 2306637 w 2306637"/>
              <a:gd name="connsiteY6" fmla="*/ 136788 h 5056823"/>
              <a:gd name="connsiteX7" fmla="*/ 2306637 w 2306637"/>
              <a:gd name="connsiteY7" fmla="*/ 4923845 h 5056823"/>
              <a:gd name="connsiteX8" fmla="*/ 2173659 w 2306637"/>
              <a:gd name="connsiteY8" fmla="*/ 5056823 h 5056823"/>
              <a:gd name="connsiteX9" fmla="*/ 132978 w 2306637"/>
              <a:gd name="connsiteY9" fmla="*/ 5056823 h 5056823"/>
              <a:gd name="connsiteX10" fmla="*/ 0 w 2306637"/>
              <a:gd name="connsiteY10" fmla="*/ 4923845 h 5056823"/>
              <a:gd name="connsiteX11" fmla="*/ 0 w 2306637"/>
              <a:gd name="connsiteY11" fmla="*/ 136788 h 5056823"/>
              <a:gd name="connsiteX0" fmla="*/ 0 w 2306637"/>
              <a:gd name="connsiteY0" fmla="*/ 17742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1156017 w 2306637"/>
              <a:gd name="connsiteY3" fmla="*/ 218440 h 5056823"/>
              <a:gd name="connsiteX4" fmla="*/ 1801177 w 2306637"/>
              <a:gd name="connsiteY4" fmla="*/ 5080 h 5056823"/>
              <a:gd name="connsiteX5" fmla="*/ 2173659 w 2306637"/>
              <a:gd name="connsiteY5" fmla="*/ 3810 h 5056823"/>
              <a:gd name="connsiteX6" fmla="*/ 2306637 w 2306637"/>
              <a:gd name="connsiteY6" fmla="*/ 136788 h 5056823"/>
              <a:gd name="connsiteX7" fmla="*/ 2306637 w 2306637"/>
              <a:gd name="connsiteY7" fmla="*/ 4923845 h 5056823"/>
              <a:gd name="connsiteX8" fmla="*/ 2173659 w 2306637"/>
              <a:gd name="connsiteY8" fmla="*/ 5056823 h 5056823"/>
              <a:gd name="connsiteX9" fmla="*/ 132978 w 2306637"/>
              <a:gd name="connsiteY9" fmla="*/ 5056823 h 5056823"/>
              <a:gd name="connsiteX10" fmla="*/ 0 w 2306637"/>
              <a:gd name="connsiteY10" fmla="*/ 4923845 h 5056823"/>
              <a:gd name="connsiteX11" fmla="*/ 0 w 2306637"/>
              <a:gd name="connsiteY11" fmla="*/ 177428 h 5056823"/>
              <a:gd name="connsiteX0" fmla="*/ 0 w 2306637"/>
              <a:gd name="connsiteY0" fmla="*/ 17742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1156017 w 2306637"/>
              <a:gd name="connsiteY3" fmla="*/ 218440 h 5056823"/>
              <a:gd name="connsiteX4" fmla="*/ 1801177 w 2306637"/>
              <a:gd name="connsiteY4" fmla="*/ 5080 h 5056823"/>
              <a:gd name="connsiteX5" fmla="*/ 2173659 w 2306637"/>
              <a:gd name="connsiteY5" fmla="*/ 3810 h 5056823"/>
              <a:gd name="connsiteX6" fmla="*/ 2306637 w 2306637"/>
              <a:gd name="connsiteY6" fmla="*/ 182508 h 5056823"/>
              <a:gd name="connsiteX7" fmla="*/ 2306637 w 2306637"/>
              <a:gd name="connsiteY7" fmla="*/ 4923845 h 5056823"/>
              <a:gd name="connsiteX8" fmla="*/ 2173659 w 2306637"/>
              <a:gd name="connsiteY8" fmla="*/ 5056823 h 5056823"/>
              <a:gd name="connsiteX9" fmla="*/ 132978 w 2306637"/>
              <a:gd name="connsiteY9" fmla="*/ 5056823 h 5056823"/>
              <a:gd name="connsiteX10" fmla="*/ 0 w 2306637"/>
              <a:gd name="connsiteY10" fmla="*/ 4923845 h 5056823"/>
              <a:gd name="connsiteX11" fmla="*/ 0 w 2306637"/>
              <a:gd name="connsiteY11" fmla="*/ 177428 h 5056823"/>
              <a:gd name="connsiteX0" fmla="*/ 0 w 2306637"/>
              <a:gd name="connsiteY0" fmla="*/ 17742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1156017 w 2306637"/>
              <a:gd name="connsiteY3" fmla="*/ 218440 h 5056823"/>
              <a:gd name="connsiteX4" fmla="*/ 1801177 w 2306637"/>
              <a:gd name="connsiteY4" fmla="*/ 5080 h 5056823"/>
              <a:gd name="connsiteX5" fmla="*/ 2173659 w 2306637"/>
              <a:gd name="connsiteY5" fmla="*/ 3810 h 5056823"/>
              <a:gd name="connsiteX6" fmla="*/ 2306637 w 2306637"/>
              <a:gd name="connsiteY6" fmla="*/ 182508 h 5056823"/>
              <a:gd name="connsiteX7" fmla="*/ 2306637 w 2306637"/>
              <a:gd name="connsiteY7" fmla="*/ 4923845 h 5056823"/>
              <a:gd name="connsiteX8" fmla="*/ 2173659 w 2306637"/>
              <a:gd name="connsiteY8" fmla="*/ 5056823 h 5056823"/>
              <a:gd name="connsiteX9" fmla="*/ 132978 w 2306637"/>
              <a:gd name="connsiteY9" fmla="*/ 5056823 h 5056823"/>
              <a:gd name="connsiteX10" fmla="*/ 0 w 2306637"/>
              <a:gd name="connsiteY10" fmla="*/ 4923845 h 5056823"/>
              <a:gd name="connsiteX11" fmla="*/ 0 w 2306637"/>
              <a:gd name="connsiteY11" fmla="*/ 177428 h 5056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06637" h="5056823">
                <a:moveTo>
                  <a:pt x="0" y="177428"/>
                </a:moveTo>
                <a:cubicBezTo>
                  <a:pt x="0" y="103986"/>
                  <a:pt x="59536" y="3810"/>
                  <a:pt x="132978" y="3810"/>
                </a:cubicBezTo>
                <a:lnTo>
                  <a:pt x="475297" y="0"/>
                </a:lnTo>
                <a:cubicBezTo>
                  <a:pt x="499004" y="331893"/>
                  <a:pt x="929110" y="145627"/>
                  <a:pt x="1156017" y="218440"/>
                </a:cubicBezTo>
                <a:cubicBezTo>
                  <a:pt x="1371070" y="147320"/>
                  <a:pt x="1845204" y="314960"/>
                  <a:pt x="1801177" y="5080"/>
                </a:cubicBezTo>
                <a:lnTo>
                  <a:pt x="2173659" y="3810"/>
                </a:lnTo>
                <a:cubicBezTo>
                  <a:pt x="2247101" y="39370"/>
                  <a:pt x="2306637" y="109066"/>
                  <a:pt x="2306637" y="182508"/>
                </a:cubicBezTo>
                <a:lnTo>
                  <a:pt x="2306637" y="4923845"/>
                </a:lnTo>
                <a:cubicBezTo>
                  <a:pt x="2306637" y="4997287"/>
                  <a:pt x="2247101" y="5056823"/>
                  <a:pt x="2173659" y="5056823"/>
                </a:cubicBezTo>
                <a:lnTo>
                  <a:pt x="132978" y="5056823"/>
                </a:lnTo>
                <a:cubicBezTo>
                  <a:pt x="59536" y="5056823"/>
                  <a:pt x="0" y="4997287"/>
                  <a:pt x="0" y="4923845"/>
                </a:cubicBezTo>
                <a:lnTo>
                  <a:pt x="0" y="177428"/>
                </a:lnTo>
                <a:close/>
              </a:path>
            </a:pathLst>
          </a:cu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lang="en-US" sz="2000" b="0" i="0" kern="1200" dirty="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6832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srgbClr val="6800E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2" name="Picture Placeholder 17">
            <a:extLst>
              <a:ext uri="{FF2B5EF4-FFF2-40B4-BE49-F238E27FC236}">
                <a16:creationId xmlns:a16="http://schemas.microsoft.com/office/drawing/2014/main" id="{18673F58-77FF-C312-9548-8ADF2A42CA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13290" y="1753824"/>
            <a:ext cx="1968345" cy="4285391"/>
          </a:xfrm>
          <a:custGeom>
            <a:avLst/>
            <a:gdLst>
              <a:gd name="connsiteX0" fmla="*/ 0 w 2306637"/>
              <a:gd name="connsiteY0" fmla="*/ 132978 h 5053013"/>
              <a:gd name="connsiteX1" fmla="*/ 132978 w 2306637"/>
              <a:gd name="connsiteY1" fmla="*/ 0 h 5053013"/>
              <a:gd name="connsiteX2" fmla="*/ 2173659 w 2306637"/>
              <a:gd name="connsiteY2" fmla="*/ 0 h 5053013"/>
              <a:gd name="connsiteX3" fmla="*/ 2306637 w 2306637"/>
              <a:gd name="connsiteY3" fmla="*/ 132978 h 5053013"/>
              <a:gd name="connsiteX4" fmla="*/ 2306637 w 2306637"/>
              <a:gd name="connsiteY4" fmla="*/ 4920035 h 5053013"/>
              <a:gd name="connsiteX5" fmla="*/ 2173659 w 2306637"/>
              <a:gd name="connsiteY5" fmla="*/ 5053013 h 5053013"/>
              <a:gd name="connsiteX6" fmla="*/ 132978 w 2306637"/>
              <a:gd name="connsiteY6" fmla="*/ 5053013 h 5053013"/>
              <a:gd name="connsiteX7" fmla="*/ 0 w 2306637"/>
              <a:gd name="connsiteY7" fmla="*/ 4920035 h 5053013"/>
              <a:gd name="connsiteX8" fmla="*/ 0 w 2306637"/>
              <a:gd name="connsiteY8" fmla="*/ 132978 h 5053013"/>
              <a:gd name="connsiteX0" fmla="*/ 0 w 2306637"/>
              <a:gd name="connsiteY0" fmla="*/ 13678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2173659 w 2306637"/>
              <a:gd name="connsiteY3" fmla="*/ 3810 h 5056823"/>
              <a:gd name="connsiteX4" fmla="*/ 2306637 w 2306637"/>
              <a:gd name="connsiteY4" fmla="*/ 136788 h 5056823"/>
              <a:gd name="connsiteX5" fmla="*/ 2306637 w 2306637"/>
              <a:gd name="connsiteY5" fmla="*/ 4923845 h 5056823"/>
              <a:gd name="connsiteX6" fmla="*/ 2173659 w 2306637"/>
              <a:gd name="connsiteY6" fmla="*/ 5056823 h 5056823"/>
              <a:gd name="connsiteX7" fmla="*/ 132978 w 2306637"/>
              <a:gd name="connsiteY7" fmla="*/ 5056823 h 5056823"/>
              <a:gd name="connsiteX8" fmla="*/ 0 w 2306637"/>
              <a:gd name="connsiteY8" fmla="*/ 4923845 h 5056823"/>
              <a:gd name="connsiteX9" fmla="*/ 0 w 2306637"/>
              <a:gd name="connsiteY9" fmla="*/ 136788 h 5056823"/>
              <a:gd name="connsiteX0" fmla="*/ 0 w 2306637"/>
              <a:gd name="connsiteY0" fmla="*/ 13678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1801177 w 2306637"/>
              <a:gd name="connsiteY3" fmla="*/ 5080 h 5056823"/>
              <a:gd name="connsiteX4" fmla="*/ 2173659 w 2306637"/>
              <a:gd name="connsiteY4" fmla="*/ 3810 h 5056823"/>
              <a:gd name="connsiteX5" fmla="*/ 2306637 w 2306637"/>
              <a:gd name="connsiteY5" fmla="*/ 136788 h 5056823"/>
              <a:gd name="connsiteX6" fmla="*/ 2306637 w 2306637"/>
              <a:gd name="connsiteY6" fmla="*/ 4923845 h 5056823"/>
              <a:gd name="connsiteX7" fmla="*/ 2173659 w 2306637"/>
              <a:gd name="connsiteY7" fmla="*/ 5056823 h 5056823"/>
              <a:gd name="connsiteX8" fmla="*/ 132978 w 2306637"/>
              <a:gd name="connsiteY8" fmla="*/ 5056823 h 5056823"/>
              <a:gd name="connsiteX9" fmla="*/ 0 w 2306637"/>
              <a:gd name="connsiteY9" fmla="*/ 4923845 h 5056823"/>
              <a:gd name="connsiteX10" fmla="*/ 0 w 2306637"/>
              <a:gd name="connsiteY10" fmla="*/ 136788 h 5056823"/>
              <a:gd name="connsiteX0" fmla="*/ 0 w 2306637"/>
              <a:gd name="connsiteY0" fmla="*/ 141868 h 5061903"/>
              <a:gd name="connsiteX1" fmla="*/ 132978 w 2306637"/>
              <a:gd name="connsiteY1" fmla="*/ 8890 h 5061903"/>
              <a:gd name="connsiteX2" fmla="*/ 475297 w 2306637"/>
              <a:gd name="connsiteY2" fmla="*/ 5080 h 5061903"/>
              <a:gd name="connsiteX3" fmla="*/ 1156017 w 2306637"/>
              <a:gd name="connsiteY3" fmla="*/ 0 h 5061903"/>
              <a:gd name="connsiteX4" fmla="*/ 1801177 w 2306637"/>
              <a:gd name="connsiteY4" fmla="*/ 10160 h 5061903"/>
              <a:gd name="connsiteX5" fmla="*/ 2173659 w 2306637"/>
              <a:gd name="connsiteY5" fmla="*/ 8890 h 5061903"/>
              <a:gd name="connsiteX6" fmla="*/ 2306637 w 2306637"/>
              <a:gd name="connsiteY6" fmla="*/ 141868 h 5061903"/>
              <a:gd name="connsiteX7" fmla="*/ 2306637 w 2306637"/>
              <a:gd name="connsiteY7" fmla="*/ 4928925 h 5061903"/>
              <a:gd name="connsiteX8" fmla="*/ 2173659 w 2306637"/>
              <a:gd name="connsiteY8" fmla="*/ 5061903 h 5061903"/>
              <a:gd name="connsiteX9" fmla="*/ 132978 w 2306637"/>
              <a:gd name="connsiteY9" fmla="*/ 5061903 h 5061903"/>
              <a:gd name="connsiteX10" fmla="*/ 0 w 2306637"/>
              <a:gd name="connsiteY10" fmla="*/ 4928925 h 5061903"/>
              <a:gd name="connsiteX11" fmla="*/ 0 w 2306637"/>
              <a:gd name="connsiteY11" fmla="*/ 141868 h 5061903"/>
              <a:gd name="connsiteX0" fmla="*/ 0 w 2306637"/>
              <a:gd name="connsiteY0" fmla="*/ 13678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1156017 w 2306637"/>
              <a:gd name="connsiteY3" fmla="*/ 218440 h 5056823"/>
              <a:gd name="connsiteX4" fmla="*/ 1801177 w 2306637"/>
              <a:gd name="connsiteY4" fmla="*/ 5080 h 5056823"/>
              <a:gd name="connsiteX5" fmla="*/ 2173659 w 2306637"/>
              <a:gd name="connsiteY5" fmla="*/ 3810 h 5056823"/>
              <a:gd name="connsiteX6" fmla="*/ 2306637 w 2306637"/>
              <a:gd name="connsiteY6" fmla="*/ 136788 h 5056823"/>
              <a:gd name="connsiteX7" fmla="*/ 2306637 w 2306637"/>
              <a:gd name="connsiteY7" fmla="*/ 4923845 h 5056823"/>
              <a:gd name="connsiteX8" fmla="*/ 2173659 w 2306637"/>
              <a:gd name="connsiteY8" fmla="*/ 5056823 h 5056823"/>
              <a:gd name="connsiteX9" fmla="*/ 132978 w 2306637"/>
              <a:gd name="connsiteY9" fmla="*/ 5056823 h 5056823"/>
              <a:gd name="connsiteX10" fmla="*/ 0 w 2306637"/>
              <a:gd name="connsiteY10" fmla="*/ 4923845 h 5056823"/>
              <a:gd name="connsiteX11" fmla="*/ 0 w 2306637"/>
              <a:gd name="connsiteY11" fmla="*/ 136788 h 5056823"/>
              <a:gd name="connsiteX0" fmla="*/ 0 w 2306637"/>
              <a:gd name="connsiteY0" fmla="*/ 13678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1156017 w 2306637"/>
              <a:gd name="connsiteY3" fmla="*/ 218440 h 5056823"/>
              <a:gd name="connsiteX4" fmla="*/ 1801177 w 2306637"/>
              <a:gd name="connsiteY4" fmla="*/ 5080 h 5056823"/>
              <a:gd name="connsiteX5" fmla="*/ 2173659 w 2306637"/>
              <a:gd name="connsiteY5" fmla="*/ 3810 h 5056823"/>
              <a:gd name="connsiteX6" fmla="*/ 2306637 w 2306637"/>
              <a:gd name="connsiteY6" fmla="*/ 136788 h 5056823"/>
              <a:gd name="connsiteX7" fmla="*/ 2306637 w 2306637"/>
              <a:gd name="connsiteY7" fmla="*/ 4923845 h 5056823"/>
              <a:gd name="connsiteX8" fmla="*/ 2173659 w 2306637"/>
              <a:gd name="connsiteY8" fmla="*/ 5056823 h 5056823"/>
              <a:gd name="connsiteX9" fmla="*/ 132978 w 2306637"/>
              <a:gd name="connsiteY9" fmla="*/ 5056823 h 5056823"/>
              <a:gd name="connsiteX10" fmla="*/ 0 w 2306637"/>
              <a:gd name="connsiteY10" fmla="*/ 4923845 h 5056823"/>
              <a:gd name="connsiteX11" fmla="*/ 0 w 2306637"/>
              <a:gd name="connsiteY11" fmla="*/ 136788 h 5056823"/>
              <a:gd name="connsiteX0" fmla="*/ 0 w 2306637"/>
              <a:gd name="connsiteY0" fmla="*/ 13678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1156017 w 2306637"/>
              <a:gd name="connsiteY3" fmla="*/ 218440 h 5056823"/>
              <a:gd name="connsiteX4" fmla="*/ 1801177 w 2306637"/>
              <a:gd name="connsiteY4" fmla="*/ 5080 h 5056823"/>
              <a:gd name="connsiteX5" fmla="*/ 2173659 w 2306637"/>
              <a:gd name="connsiteY5" fmla="*/ 3810 h 5056823"/>
              <a:gd name="connsiteX6" fmla="*/ 2306637 w 2306637"/>
              <a:gd name="connsiteY6" fmla="*/ 136788 h 5056823"/>
              <a:gd name="connsiteX7" fmla="*/ 2306637 w 2306637"/>
              <a:gd name="connsiteY7" fmla="*/ 4923845 h 5056823"/>
              <a:gd name="connsiteX8" fmla="*/ 2173659 w 2306637"/>
              <a:gd name="connsiteY8" fmla="*/ 5056823 h 5056823"/>
              <a:gd name="connsiteX9" fmla="*/ 132978 w 2306637"/>
              <a:gd name="connsiteY9" fmla="*/ 5056823 h 5056823"/>
              <a:gd name="connsiteX10" fmla="*/ 0 w 2306637"/>
              <a:gd name="connsiteY10" fmla="*/ 4923845 h 5056823"/>
              <a:gd name="connsiteX11" fmla="*/ 0 w 2306637"/>
              <a:gd name="connsiteY11" fmla="*/ 136788 h 5056823"/>
              <a:gd name="connsiteX0" fmla="*/ 0 w 2306637"/>
              <a:gd name="connsiteY0" fmla="*/ 17742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1156017 w 2306637"/>
              <a:gd name="connsiteY3" fmla="*/ 218440 h 5056823"/>
              <a:gd name="connsiteX4" fmla="*/ 1801177 w 2306637"/>
              <a:gd name="connsiteY4" fmla="*/ 5080 h 5056823"/>
              <a:gd name="connsiteX5" fmla="*/ 2173659 w 2306637"/>
              <a:gd name="connsiteY5" fmla="*/ 3810 h 5056823"/>
              <a:gd name="connsiteX6" fmla="*/ 2306637 w 2306637"/>
              <a:gd name="connsiteY6" fmla="*/ 136788 h 5056823"/>
              <a:gd name="connsiteX7" fmla="*/ 2306637 w 2306637"/>
              <a:gd name="connsiteY7" fmla="*/ 4923845 h 5056823"/>
              <a:gd name="connsiteX8" fmla="*/ 2173659 w 2306637"/>
              <a:gd name="connsiteY8" fmla="*/ 5056823 h 5056823"/>
              <a:gd name="connsiteX9" fmla="*/ 132978 w 2306637"/>
              <a:gd name="connsiteY9" fmla="*/ 5056823 h 5056823"/>
              <a:gd name="connsiteX10" fmla="*/ 0 w 2306637"/>
              <a:gd name="connsiteY10" fmla="*/ 4923845 h 5056823"/>
              <a:gd name="connsiteX11" fmla="*/ 0 w 2306637"/>
              <a:gd name="connsiteY11" fmla="*/ 177428 h 5056823"/>
              <a:gd name="connsiteX0" fmla="*/ 0 w 2306637"/>
              <a:gd name="connsiteY0" fmla="*/ 17742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1156017 w 2306637"/>
              <a:gd name="connsiteY3" fmla="*/ 218440 h 5056823"/>
              <a:gd name="connsiteX4" fmla="*/ 1801177 w 2306637"/>
              <a:gd name="connsiteY4" fmla="*/ 5080 h 5056823"/>
              <a:gd name="connsiteX5" fmla="*/ 2173659 w 2306637"/>
              <a:gd name="connsiteY5" fmla="*/ 3810 h 5056823"/>
              <a:gd name="connsiteX6" fmla="*/ 2306637 w 2306637"/>
              <a:gd name="connsiteY6" fmla="*/ 182508 h 5056823"/>
              <a:gd name="connsiteX7" fmla="*/ 2306637 w 2306637"/>
              <a:gd name="connsiteY7" fmla="*/ 4923845 h 5056823"/>
              <a:gd name="connsiteX8" fmla="*/ 2173659 w 2306637"/>
              <a:gd name="connsiteY8" fmla="*/ 5056823 h 5056823"/>
              <a:gd name="connsiteX9" fmla="*/ 132978 w 2306637"/>
              <a:gd name="connsiteY9" fmla="*/ 5056823 h 5056823"/>
              <a:gd name="connsiteX10" fmla="*/ 0 w 2306637"/>
              <a:gd name="connsiteY10" fmla="*/ 4923845 h 5056823"/>
              <a:gd name="connsiteX11" fmla="*/ 0 w 2306637"/>
              <a:gd name="connsiteY11" fmla="*/ 177428 h 5056823"/>
              <a:gd name="connsiteX0" fmla="*/ 0 w 2306637"/>
              <a:gd name="connsiteY0" fmla="*/ 177428 h 5056823"/>
              <a:gd name="connsiteX1" fmla="*/ 132978 w 2306637"/>
              <a:gd name="connsiteY1" fmla="*/ 3810 h 5056823"/>
              <a:gd name="connsiteX2" fmla="*/ 475297 w 2306637"/>
              <a:gd name="connsiteY2" fmla="*/ 0 h 5056823"/>
              <a:gd name="connsiteX3" fmla="*/ 1156017 w 2306637"/>
              <a:gd name="connsiteY3" fmla="*/ 218440 h 5056823"/>
              <a:gd name="connsiteX4" fmla="*/ 1801177 w 2306637"/>
              <a:gd name="connsiteY4" fmla="*/ 5080 h 5056823"/>
              <a:gd name="connsiteX5" fmla="*/ 2173659 w 2306637"/>
              <a:gd name="connsiteY5" fmla="*/ 3810 h 5056823"/>
              <a:gd name="connsiteX6" fmla="*/ 2306637 w 2306637"/>
              <a:gd name="connsiteY6" fmla="*/ 182508 h 5056823"/>
              <a:gd name="connsiteX7" fmla="*/ 2306637 w 2306637"/>
              <a:gd name="connsiteY7" fmla="*/ 4923845 h 5056823"/>
              <a:gd name="connsiteX8" fmla="*/ 2173659 w 2306637"/>
              <a:gd name="connsiteY8" fmla="*/ 5056823 h 5056823"/>
              <a:gd name="connsiteX9" fmla="*/ 132978 w 2306637"/>
              <a:gd name="connsiteY9" fmla="*/ 5056823 h 5056823"/>
              <a:gd name="connsiteX10" fmla="*/ 0 w 2306637"/>
              <a:gd name="connsiteY10" fmla="*/ 4923845 h 5056823"/>
              <a:gd name="connsiteX11" fmla="*/ 0 w 2306637"/>
              <a:gd name="connsiteY11" fmla="*/ 177428 h 5056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06637" h="5056823">
                <a:moveTo>
                  <a:pt x="0" y="177428"/>
                </a:moveTo>
                <a:cubicBezTo>
                  <a:pt x="0" y="103986"/>
                  <a:pt x="59536" y="3810"/>
                  <a:pt x="132978" y="3810"/>
                </a:cubicBezTo>
                <a:lnTo>
                  <a:pt x="475297" y="0"/>
                </a:lnTo>
                <a:cubicBezTo>
                  <a:pt x="499004" y="331893"/>
                  <a:pt x="929110" y="145627"/>
                  <a:pt x="1156017" y="218440"/>
                </a:cubicBezTo>
                <a:cubicBezTo>
                  <a:pt x="1371070" y="147320"/>
                  <a:pt x="1845204" y="314960"/>
                  <a:pt x="1801177" y="5080"/>
                </a:cubicBezTo>
                <a:lnTo>
                  <a:pt x="2173659" y="3810"/>
                </a:lnTo>
                <a:cubicBezTo>
                  <a:pt x="2247101" y="39370"/>
                  <a:pt x="2306637" y="109066"/>
                  <a:pt x="2306637" y="182508"/>
                </a:cubicBezTo>
                <a:lnTo>
                  <a:pt x="2306637" y="4923845"/>
                </a:lnTo>
                <a:cubicBezTo>
                  <a:pt x="2306637" y="4997287"/>
                  <a:pt x="2247101" y="5056823"/>
                  <a:pt x="2173659" y="5056823"/>
                </a:cubicBezTo>
                <a:lnTo>
                  <a:pt x="132978" y="5056823"/>
                </a:lnTo>
                <a:cubicBezTo>
                  <a:pt x="59536" y="5056823"/>
                  <a:pt x="0" y="4997287"/>
                  <a:pt x="0" y="4923845"/>
                </a:cubicBezTo>
                <a:lnTo>
                  <a:pt x="0" y="177428"/>
                </a:lnTo>
                <a:close/>
              </a:path>
            </a:pathLst>
          </a:cu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</a:lstStyle>
          <a:p>
            <a:endParaRPr lang="en-IN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5B434D47-357F-7ABD-443E-4CAC1126E9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14279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6AB4B-45D3-46DE-A0B3-73360BA1F75A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30812-FE69-20CF-F99E-25E0798B14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371" y="1597026"/>
            <a:ext cx="2479571" cy="2223134"/>
          </a:xfrm>
        </p:spPr>
        <p:txBody>
          <a:bodyPr/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FFF3C1B-F356-98E9-8552-B3E37A1159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66375" y="1597026"/>
            <a:ext cx="2479571" cy="2223134"/>
          </a:xfrm>
        </p:spPr>
        <p:txBody>
          <a:bodyPr/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F0D17E9-3FA3-97F0-CC04-138B4458C45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818378" y="1597026"/>
            <a:ext cx="2479571" cy="2223134"/>
          </a:xfrm>
        </p:spPr>
        <p:txBody>
          <a:bodyPr/>
          <a:lstStyle/>
          <a:p>
            <a:endParaRPr lang="en-IN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67B21853-326C-748B-4756-9152F069B78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8149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roster_5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6AB4B-45D3-46DE-A0B3-73360BA1F75A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30812-FE69-20CF-F99E-25E0798B14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450" y="1597026"/>
            <a:ext cx="1731340" cy="1731340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FFF3C1B-F356-98E9-8552-B3E37A1159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00013" y="1597026"/>
            <a:ext cx="1731340" cy="1731340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F0D17E9-3FA3-97F0-CC04-138B4458C45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239576" y="1597026"/>
            <a:ext cx="1731340" cy="1731340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6D124C34-3715-F496-7923-8A64E4010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79139" y="1597026"/>
            <a:ext cx="1731340" cy="1731340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F67D415F-ED04-38DA-0628-2227FAB0E60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18701" y="1597026"/>
            <a:ext cx="1731340" cy="1731340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7883A85-23EB-1982-59B5-1049EC12B3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5215" y="3540919"/>
            <a:ext cx="1881810" cy="365760"/>
          </a:xfrm>
        </p:spPr>
        <p:txBody>
          <a:bodyPr/>
          <a:lstStyle>
            <a:lvl1pPr>
              <a:defRPr sz="1800">
                <a:latin typeface="+mj-lt"/>
              </a:defRPr>
            </a:lvl1pPr>
            <a:lvl2pPr marL="0" indent="0">
              <a:buNone/>
              <a:defRPr sz="1600"/>
            </a:lvl2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61A32D9-EA87-5AF9-E3CF-B896949EC7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215" y="4437854"/>
            <a:ext cx="1881810" cy="1762921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 marL="0" indent="0">
              <a:buNone/>
              <a:defRPr sz="1400"/>
            </a:lvl2pPr>
            <a:lvl5pPr marL="1828800" indent="0">
              <a:buNone/>
              <a:defRPr/>
            </a:lvl5pPr>
          </a:lstStyle>
          <a:p>
            <a:pPr lvl="0"/>
            <a:r>
              <a:rPr lang="en-US"/>
              <a:t>Short bio or description (3-4 lines). Support text paragraph, bullets, or additional details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BA6D309-3951-D348-99AF-AE461974B1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24778" y="3540919"/>
            <a:ext cx="1881810" cy="365760"/>
          </a:xfrm>
        </p:spPr>
        <p:txBody>
          <a:bodyPr/>
          <a:lstStyle>
            <a:lvl1pPr>
              <a:defRPr sz="1800">
                <a:latin typeface="+mj-lt"/>
              </a:defRPr>
            </a:lvl1pPr>
            <a:lvl2pPr marL="0" indent="0">
              <a:buNone/>
              <a:defRPr sz="1600"/>
            </a:lvl2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6A16975-91FE-0328-909C-8D549AA5FA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64341" y="3540919"/>
            <a:ext cx="1881810" cy="365760"/>
          </a:xfrm>
        </p:spPr>
        <p:txBody>
          <a:bodyPr/>
          <a:lstStyle>
            <a:lvl1pPr>
              <a:defRPr sz="1800">
                <a:latin typeface="+mj-lt"/>
              </a:defRPr>
            </a:lvl1pPr>
            <a:lvl2pPr marL="0" indent="0">
              <a:buNone/>
              <a:defRPr sz="1600"/>
            </a:lvl2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0F9A44F-B96A-468D-C5F1-B178456440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03903" y="3540919"/>
            <a:ext cx="1881810" cy="365760"/>
          </a:xfrm>
        </p:spPr>
        <p:txBody>
          <a:bodyPr/>
          <a:lstStyle>
            <a:lvl1pPr>
              <a:defRPr sz="1800">
                <a:latin typeface="+mj-lt"/>
              </a:defRPr>
            </a:lvl1pPr>
            <a:lvl2pPr marL="0" indent="0">
              <a:buNone/>
              <a:defRPr sz="1600"/>
            </a:lvl2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525FB80-BF07-B2AE-0D8B-A2011DCDF78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43465" y="3540919"/>
            <a:ext cx="1881810" cy="365760"/>
          </a:xfrm>
        </p:spPr>
        <p:txBody>
          <a:bodyPr/>
          <a:lstStyle>
            <a:lvl1pPr>
              <a:defRPr sz="1800">
                <a:latin typeface="+mj-lt"/>
              </a:defRPr>
            </a:lvl1pPr>
            <a:lvl2pPr marL="0" indent="0">
              <a:buNone/>
              <a:defRPr sz="1600"/>
            </a:lvl2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53385F84-1584-444B-CD10-C8C9850D6C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5215" y="3916976"/>
            <a:ext cx="1881810" cy="36576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 sz="1600"/>
            </a:lvl2pPr>
            <a:lvl5pPr marL="1828800" indent="0">
              <a:buNone/>
              <a:defRPr/>
            </a:lvl5pPr>
          </a:lstStyle>
          <a:p>
            <a:pPr lvl="0"/>
            <a:r>
              <a:rPr lang="en-US"/>
              <a:t>Role or title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584A7936-3C61-D557-E061-A6579218D2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24778" y="4437854"/>
            <a:ext cx="1881810" cy="1762921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 marL="0" indent="0">
              <a:buNone/>
              <a:defRPr sz="1400"/>
            </a:lvl2pPr>
            <a:lvl5pPr marL="1828800" indent="0">
              <a:buNone/>
              <a:defRPr/>
            </a:lvl5pPr>
          </a:lstStyle>
          <a:p>
            <a:pPr lvl="0"/>
            <a:r>
              <a:rPr lang="en-US"/>
              <a:t>Short bio or description (3-4 lines). Support text paragraph, bullets, or additional details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55244B30-ACC6-75E4-986B-45B9C5DE1B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24778" y="3916976"/>
            <a:ext cx="1881810" cy="36576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 sz="1600"/>
            </a:lvl2pPr>
            <a:lvl5pPr marL="1828800" indent="0">
              <a:buNone/>
              <a:defRPr/>
            </a:lvl5pPr>
          </a:lstStyle>
          <a:p>
            <a:pPr lvl="0"/>
            <a:r>
              <a:rPr lang="en-US"/>
              <a:t>Role or title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32CFBD9E-3930-D471-66A0-439C2A9125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64341" y="4437854"/>
            <a:ext cx="1881810" cy="1762921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 marL="0" indent="0">
              <a:buNone/>
              <a:defRPr sz="1400"/>
            </a:lvl2pPr>
            <a:lvl5pPr marL="1828800" indent="0">
              <a:buNone/>
              <a:defRPr/>
            </a:lvl5pPr>
          </a:lstStyle>
          <a:p>
            <a:pPr lvl="0"/>
            <a:r>
              <a:rPr lang="en-US"/>
              <a:t>Short bio or description (3-4 lines). Support text paragraph, bullets, or additional details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B093AC04-3AF0-EE2D-61D2-A03DF1AD75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64341" y="3916976"/>
            <a:ext cx="1881810" cy="36576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 sz="1600"/>
            </a:lvl2pPr>
            <a:lvl5pPr marL="1828800" indent="0">
              <a:buNone/>
              <a:defRPr/>
            </a:lvl5pPr>
          </a:lstStyle>
          <a:p>
            <a:pPr lvl="0"/>
            <a:r>
              <a:rPr lang="en-US"/>
              <a:t>Role or title</a:t>
            </a:r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06F74E70-86F8-7E33-7F67-285F239DEB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03903" y="4437854"/>
            <a:ext cx="1881810" cy="1762921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 marL="0" indent="0">
              <a:buNone/>
              <a:defRPr sz="1400"/>
            </a:lvl2pPr>
            <a:lvl5pPr marL="1828800" indent="0">
              <a:buNone/>
              <a:defRPr/>
            </a:lvl5pPr>
          </a:lstStyle>
          <a:p>
            <a:pPr lvl="0"/>
            <a:r>
              <a:rPr lang="en-US"/>
              <a:t>Short bio or description (3-4 lines). Support text paragraph, bullets, or additional details</a:t>
            </a: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B99BD00B-ACC7-069B-C14B-697EB9B8583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503903" y="3916976"/>
            <a:ext cx="1881810" cy="36576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 sz="1600"/>
            </a:lvl2pPr>
            <a:lvl5pPr marL="1828800" indent="0">
              <a:buNone/>
              <a:defRPr/>
            </a:lvl5pPr>
          </a:lstStyle>
          <a:p>
            <a:pPr lvl="0"/>
            <a:r>
              <a:rPr lang="en-US"/>
              <a:t>Role or title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0DE8CECF-FE9A-3D30-817E-64BDBD66D0E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843465" y="4437854"/>
            <a:ext cx="1881810" cy="1762921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 marL="0" indent="0">
              <a:buNone/>
              <a:defRPr sz="1400"/>
            </a:lvl2pPr>
            <a:lvl5pPr marL="1828800" indent="0">
              <a:buNone/>
              <a:defRPr/>
            </a:lvl5pPr>
          </a:lstStyle>
          <a:p>
            <a:pPr lvl="0"/>
            <a:r>
              <a:rPr lang="en-US"/>
              <a:t>Short bio or description (3-4 lines). Support text paragraph, bullets, or additional details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A1EEA92-32AF-5271-DFCD-B1B94EBAA06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843465" y="3916976"/>
            <a:ext cx="1881810" cy="36576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 sz="1600"/>
            </a:lvl2pPr>
            <a:lvl5pPr marL="1828800" indent="0">
              <a:buNone/>
              <a:defRPr/>
            </a:lvl5pPr>
          </a:lstStyle>
          <a:p>
            <a:pPr lvl="0"/>
            <a:r>
              <a:rPr lang="en-US"/>
              <a:t>Role or title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A63B299-A0FB-DEDB-49F9-8CA921B4BAD5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56664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6AB4B-45D3-46DE-A0B3-73360BA1F75A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2153D5F-11F7-0297-FABC-494FC8D7A6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18933" y="2293638"/>
            <a:ext cx="3178175" cy="3178175"/>
          </a:xfrm>
          <a:prstGeom prst="ellipse">
            <a:avLst/>
          </a:prstGeom>
        </p:spPr>
        <p:txBody>
          <a:bodyPr anchor="t"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CCBCD30-FF34-F2FA-D6F5-5E020A880F7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03596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6AB4B-45D3-46DE-A0B3-73360BA1F75A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2153D5F-11F7-0297-FABC-494FC8D7A6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62752" y="1602423"/>
            <a:ext cx="2257508" cy="1867046"/>
          </a:xfrm>
          <a:prstGeom prst="rect">
            <a:avLst/>
          </a:prstGeom>
        </p:spPr>
        <p:txBody>
          <a:bodyPr tIns="91440" anchor="t"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E3957065-7B81-3E35-E4E4-D9DF9CCF67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14018" y="1602423"/>
            <a:ext cx="2257508" cy="1867046"/>
          </a:xfrm>
          <a:prstGeom prst="rect">
            <a:avLst/>
          </a:prstGeom>
        </p:spPr>
        <p:txBody>
          <a:bodyPr tIns="91440" anchor="t"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AC011D8F-7130-E6F2-A0E3-70312C2EB0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65285" y="1602423"/>
            <a:ext cx="2257508" cy="1867046"/>
          </a:xfrm>
          <a:prstGeom prst="rect">
            <a:avLst/>
          </a:prstGeom>
        </p:spPr>
        <p:txBody>
          <a:bodyPr tIns="91440" anchor="t"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F11A7E0-16D7-ACBF-3C2A-4E3AFAA135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424" y="1602423"/>
            <a:ext cx="3889567" cy="4598352"/>
          </a:xfrm>
          <a:solidFill>
            <a:schemeClr val="bg1">
              <a:lumMod val="95000"/>
            </a:schemeClr>
          </a:solidFill>
        </p:spPr>
        <p:txBody>
          <a:bodyPr lIns="91440" tIns="91440" rIns="91440" bIns="91440">
            <a:noAutofit/>
          </a:bodyPr>
          <a:lstStyle>
            <a:lvl3pPr marL="339725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BB8F5BAE-7F4E-6A51-EFAA-4A1B1E4CD27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348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hotos_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6AB4B-45D3-46DE-A0B3-73360BA1F75A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E3957065-7B81-3E35-E4E4-D9DF9CCF67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9423" y="1602422"/>
            <a:ext cx="5404104" cy="2339293"/>
          </a:xfrm>
          <a:prstGeom prst="rect">
            <a:avLst/>
          </a:prstGeom>
        </p:spPr>
        <p:txBody>
          <a:bodyPr tIns="91440" anchor="t"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AC011D8F-7130-E6F2-A0E3-70312C2EB0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06533" y="1607673"/>
            <a:ext cx="5404104" cy="2339293"/>
          </a:xfrm>
          <a:prstGeom prst="rect">
            <a:avLst/>
          </a:prstGeom>
        </p:spPr>
        <p:txBody>
          <a:bodyPr tIns="91440" anchor="t"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F11A7E0-16D7-ACBF-3C2A-4E3AFAA135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423" y="4012055"/>
            <a:ext cx="5404104" cy="457200"/>
          </a:xfrm>
          <a:noFill/>
        </p:spPr>
        <p:txBody>
          <a:bodyPr lIns="91440" tIns="91440" rIns="91440" bIns="91440">
            <a:noAutofit/>
          </a:bodyPr>
          <a:lstStyle>
            <a:lvl1pPr>
              <a:defRPr sz="1800"/>
            </a:lvl1pPr>
            <a:lvl3pPr marL="339725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D913D3F7-8E4F-3611-C58B-91427C1228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6533" y="4012055"/>
            <a:ext cx="5404104" cy="457200"/>
          </a:xfrm>
          <a:noFill/>
        </p:spPr>
        <p:txBody>
          <a:bodyPr lIns="91440" tIns="91440" rIns="91440" bIns="91440">
            <a:noAutofit/>
          </a:bodyPr>
          <a:lstStyle>
            <a:lvl1pPr>
              <a:defRPr sz="1800"/>
            </a:lvl1pPr>
            <a:lvl3pPr marL="339725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BC459F6C-6750-1392-8684-41D2A832A9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23" y="4500625"/>
            <a:ext cx="5404104" cy="457200"/>
          </a:xfrm>
          <a:noFill/>
        </p:spPr>
        <p:txBody>
          <a:bodyPr lIns="91440" tIns="91440" rIns="91440" bIns="91440"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 sz="1600"/>
            </a:lvl2pPr>
            <a:lvl3pPr marL="339725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926773B7-5659-3BB1-A80B-B68808EF58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06533" y="4500625"/>
            <a:ext cx="5404104" cy="457200"/>
          </a:xfrm>
          <a:noFill/>
        </p:spPr>
        <p:txBody>
          <a:bodyPr lIns="91440" tIns="91440" rIns="91440" bIns="91440"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 sz="1600"/>
            </a:lvl2pPr>
            <a:lvl3pPr marL="339725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663CAE-93C7-7FA5-C3F3-D921336503B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00245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photos_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6AB4B-45D3-46DE-A0B3-73360BA1F75A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E3957065-7B81-3E35-E4E4-D9DF9CCF67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9423" y="1602422"/>
            <a:ext cx="3593592" cy="2339293"/>
          </a:xfrm>
          <a:prstGeom prst="rect">
            <a:avLst/>
          </a:prstGeom>
        </p:spPr>
        <p:txBody>
          <a:bodyPr tIns="91440" anchor="t"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AC011D8F-7130-E6F2-A0E3-70312C2EB0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01171" y="1607673"/>
            <a:ext cx="3593592" cy="2339293"/>
          </a:xfrm>
          <a:prstGeom prst="rect">
            <a:avLst/>
          </a:prstGeom>
        </p:spPr>
        <p:txBody>
          <a:bodyPr tIns="91440" anchor="t"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F11A7E0-16D7-ACBF-3C2A-4E3AFAA135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423" y="4012055"/>
            <a:ext cx="3593592" cy="457200"/>
          </a:xfrm>
          <a:noFill/>
        </p:spPr>
        <p:txBody>
          <a:bodyPr lIns="91440" tIns="91440" rIns="91440" bIns="91440">
            <a:noAutofit/>
          </a:bodyPr>
          <a:lstStyle>
            <a:lvl1pPr>
              <a:defRPr sz="1800"/>
            </a:lvl1pPr>
            <a:lvl3pPr marL="339725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D913D3F7-8E4F-3611-C58B-91427C1228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01171" y="4012055"/>
            <a:ext cx="3593592" cy="457200"/>
          </a:xfrm>
          <a:noFill/>
        </p:spPr>
        <p:txBody>
          <a:bodyPr lIns="91440" tIns="91440" rIns="91440" bIns="91440">
            <a:noAutofit/>
          </a:bodyPr>
          <a:lstStyle>
            <a:lvl1pPr>
              <a:defRPr sz="1800"/>
            </a:lvl1pPr>
            <a:lvl3pPr marL="339725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BC459F6C-6750-1392-8684-41D2A832A9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23" y="4500625"/>
            <a:ext cx="3593592" cy="457200"/>
          </a:xfrm>
          <a:noFill/>
        </p:spPr>
        <p:txBody>
          <a:bodyPr lIns="91440" tIns="91440" rIns="91440" bIns="91440"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 sz="1600"/>
            </a:lvl2pPr>
            <a:lvl3pPr marL="339725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926773B7-5659-3BB1-A80B-B68808EF58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01171" y="4500625"/>
            <a:ext cx="3593592" cy="457200"/>
          </a:xfrm>
          <a:noFill/>
        </p:spPr>
        <p:txBody>
          <a:bodyPr lIns="91440" tIns="91440" rIns="91440" bIns="91440"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 sz="1600"/>
            </a:lvl2pPr>
            <a:lvl3pPr marL="339725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1855EB2-AA8D-6931-02C4-DDFD3342039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22920" y="1607674"/>
            <a:ext cx="3593592" cy="2339293"/>
          </a:xfrm>
          <a:prstGeom prst="rect">
            <a:avLst/>
          </a:prstGeom>
        </p:spPr>
        <p:txBody>
          <a:bodyPr tIns="91440" anchor="t"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E8F2383F-BC7E-CCD6-2043-F3AC1BD77B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2920" y="4012055"/>
            <a:ext cx="3593592" cy="457200"/>
          </a:xfrm>
          <a:noFill/>
        </p:spPr>
        <p:txBody>
          <a:bodyPr lIns="91440" tIns="91440" rIns="91440" bIns="91440">
            <a:noAutofit/>
          </a:bodyPr>
          <a:lstStyle>
            <a:lvl1pPr>
              <a:defRPr sz="1800"/>
            </a:lvl1pPr>
            <a:lvl3pPr marL="339725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0CFAA4B8-FA02-16FB-7747-6693EE22EB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2920" y="4500625"/>
            <a:ext cx="3593592" cy="457200"/>
          </a:xfrm>
          <a:noFill/>
        </p:spPr>
        <p:txBody>
          <a:bodyPr lIns="91440" tIns="91440" rIns="91440" bIns="91440"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 sz="1600"/>
            </a:lvl2pPr>
            <a:lvl3pPr marL="339725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8F95254-4F1B-B287-E042-6D8DC7CB027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785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6AB4B-45D3-46DE-A0B3-73360BA1F75A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946BF2B3-912E-AAFA-DC8B-C9287A13D8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33662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A3FA-D127-4ECD-AF6A-09CE7C37F603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781EDFF9-29D5-84DD-F33C-FCF4E92C004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72912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188913"/>
            <a:ext cx="10424160" cy="839785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DD9F67-E204-444C-8A54-439F59DE7A67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6F20ED-AAF6-4A17-97AA-86A4AF4EDCD9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EDC8EA88-EC11-0E6E-C70A-CE1F1F3864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12125" y="1592263"/>
            <a:ext cx="3600450" cy="4608512"/>
          </a:xfrm>
        </p:spPr>
        <p:txBody>
          <a:bodyPr/>
          <a:lstStyle/>
          <a:p>
            <a:endParaRPr lang="en-IN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19DD1F61-844E-C2FE-CD0B-3BDC4C1FF90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1592263"/>
            <a:ext cx="7416800" cy="4608512"/>
          </a:xfrm>
        </p:spPr>
        <p:txBody>
          <a:bodyPr>
            <a:normAutofit/>
          </a:bodyPr>
          <a:lstStyle>
            <a:lvl1pPr>
              <a:defRPr sz="2400" b="0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>
                <a:solidFill>
                  <a:schemeClr val="bg1"/>
                </a:solidFill>
              </a:defRPr>
            </a:lvl2pPr>
            <a:lvl3pPr marL="690563" indent="-344488">
              <a:buFont typeface="Wingdings" panose="05000000000000000000" pitchFamily="2" charset="2"/>
              <a:buChar char="§"/>
              <a:tabLst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76312" indent="-285750">
              <a:defRPr lang="en-CA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/>
            </a:lvl5pPr>
          </a:lstStyle>
          <a:p>
            <a:pPr lvl="0"/>
            <a:r>
              <a:rPr lang="en-US"/>
              <a:t>Space to add an impact or quote slide</a:t>
            </a: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B283512F-16C3-AB33-DDD8-27CFDC9BB55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1064" y="188330"/>
            <a:ext cx="978848" cy="503820"/>
          </a:xfrm>
          <a:prstGeom prst="rect">
            <a:avLst/>
          </a:prstGeom>
        </p:spPr>
      </p:pic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6A8039ED-64A1-9BA6-6E84-FF11877369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6268403"/>
            <a:ext cx="11233150" cy="238125"/>
          </a:xfrm>
        </p:spPr>
        <p:txBody>
          <a:bodyPr anchor="b">
            <a:norm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8690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image" Target="../media/image20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EED7C-A448-06D8-A462-DCB54408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181936"/>
            <a:ext cx="10179049" cy="83978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21B0F-F864-11AE-DAC8-6462FDEE5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607674"/>
            <a:ext cx="11233150" cy="457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BF789-5D48-4072-3B3D-457B82C68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425" y="6524625"/>
            <a:ext cx="2865783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B485747E-18F7-4845-935D-4E88FBA362AE}" type="datetime1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E05ED-057D-8DFC-A893-3AE8AA796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75138" y="6524625"/>
            <a:ext cx="3621087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C5i, All Rights Reserved. AI Generated Content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87156-488D-30D6-2D50-EC6AF9264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532116"/>
            <a:ext cx="2743200" cy="238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06F20ED-AAF6-4A17-97AA-86A4AF4EDCD9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751A6EA-CB80-D28E-2CB2-BA036154996F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085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708" r:id="rId2"/>
    <p:sldLayoutId id="2147483709" r:id="rId3"/>
    <p:sldLayoutId id="2147483712" r:id="rId4"/>
    <p:sldLayoutId id="2147483739" r:id="rId5"/>
    <p:sldLayoutId id="2147483740" r:id="rId6"/>
    <p:sldLayoutId id="2147483742" r:id="rId7"/>
    <p:sldLayoutId id="2147483707" r:id="rId8"/>
    <p:sldLayoutId id="2147483713" r:id="rId9"/>
    <p:sldLayoutId id="2147483690" r:id="rId10"/>
    <p:sldLayoutId id="2147483691" r:id="rId11"/>
    <p:sldLayoutId id="2147483694" r:id="rId12"/>
    <p:sldLayoutId id="2147483695" r:id="rId13"/>
    <p:sldLayoutId id="2147483696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2000" b="0" kern="1200">
          <a:solidFill>
            <a:schemeClr val="bg2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2"/>
        </a:buClr>
        <a:buFont typeface="Wingdings" panose="05000000000000000000" pitchFamily="2" charset="2"/>
        <a:buChar char="§"/>
        <a:defRPr lang="en-US" sz="2000" b="0" i="0" kern="1200" dirty="0" smtClean="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568325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2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6"/>
        </a:buBlip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11" userDrawn="1">
          <p15:clr>
            <a:srgbClr val="F26B43"/>
          </p15:clr>
        </p15:guide>
        <p15:guide id="2" pos="297" userDrawn="1">
          <p15:clr>
            <a:srgbClr val="F26B43"/>
          </p15:clr>
        </p15:guide>
        <p15:guide id="3" pos="7387" userDrawn="1">
          <p15:clr>
            <a:srgbClr val="F26B43"/>
          </p15:clr>
        </p15:guide>
        <p15:guide id="5" orient="horz" pos="390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EED7C-A448-06D8-A462-DCB54408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81936"/>
            <a:ext cx="10424160" cy="8397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Please keep the title brief (6-10 words)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21B0F-F864-11AE-DAC8-6462FDEE5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607674"/>
            <a:ext cx="11233150" cy="457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BF789-5D48-4072-3B3D-457B82C68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425" y="6524625"/>
            <a:ext cx="2865783" cy="238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DE41A50F-0663-424A-B183-AA434EE1E2DC}" type="datetime1">
              <a:rPr lang="en-IN" smtClean="0"/>
              <a:t>23-06-2026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E05ED-057D-8DFC-A893-3AE8AA796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75138" y="6524625"/>
            <a:ext cx="3621087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© 2024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87156-488D-30D6-2D50-EC6AF9264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532116"/>
            <a:ext cx="2743200" cy="238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06F20ED-AAF6-4A17-97AA-86A4AF4EDCD9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751A6EA-CB80-D28E-2CB2-BA036154996F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218C9BC0-6E97-9480-9394-F965C9CE16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021064" y="188330"/>
            <a:ext cx="978848" cy="50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58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41" r:id="rId3"/>
    <p:sldLayoutId id="2147483729" r:id="rId4"/>
    <p:sldLayoutId id="2147483733" r:id="rId5"/>
    <p:sldLayoutId id="2147483730" r:id="rId6"/>
    <p:sldLayoutId id="2147483731" r:id="rId7"/>
    <p:sldLayoutId id="2147483734" r:id="rId8"/>
    <p:sldLayoutId id="2147483732" r:id="rId9"/>
    <p:sldLayoutId id="2147483743" r:id="rId10"/>
    <p:sldLayoutId id="2147483744" r:id="rId11"/>
    <p:sldLayoutId id="2147483745" r:id="rId12"/>
    <p:sldLayoutId id="2147483748" r:id="rId13"/>
    <p:sldLayoutId id="2147483746" r:id="rId14"/>
    <p:sldLayoutId id="2147483747" r:id="rId15"/>
    <p:sldLayoutId id="2147483749" r:id="rId16"/>
    <p:sldLayoutId id="2147483750" r:id="rId17"/>
    <p:sldLayoutId id="2147483735" r:id="rId18"/>
    <p:sldLayoutId id="2147483736" r:id="rId19"/>
    <p:sldLayoutId id="2147483727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2000" b="0" kern="1200">
          <a:solidFill>
            <a:schemeClr val="bg2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2"/>
        </a:buClr>
        <a:buFont typeface="Wingdings" panose="05000000000000000000" pitchFamily="2" charset="2"/>
        <a:buChar char="§"/>
        <a:defRPr lang="en-US" sz="2000" b="0" i="0" kern="1200" dirty="0" smtClean="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568325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2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7386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_Title">
            <a:extLst>
              <a:ext uri="{FF2B5EF4-FFF2-40B4-BE49-F238E27FC236}">
                <a16:creationId xmlns:a16="http://schemas.microsoft.com/office/drawing/2014/main" id="{0A61EED8-68A0-FDE5-389B-5F0C74BF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2042855"/>
            <a:ext cx="6845935" cy="997196"/>
          </a:xfrm>
        </p:spPr>
        <p:txBody>
          <a:bodyPr/>
          <a:lstStyle/>
          <a:p>
            <a:r>
              <a:rPr lang="en-IN" dirty="0"/>
              <a:t>Finished Goods Waste Reduction</a:t>
            </a:r>
          </a:p>
        </p:txBody>
      </p:sp>
      <p:sp>
        <p:nvSpPr>
          <p:cNvPr id="4" name="S1_Request">
            <a:extLst>
              <a:ext uri="{FF2B5EF4-FFF2-40B4-BE49-F238E27FC236}">
                <a16:creationId xmlns:a16="http://schemas.microsoft.com/office/drawing/2014/main" id="{BC6B90C8-2087-775A-9383-F92972DAC6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260248"/>
            <a:ext cx="4206240" cy="276999"/>
          </a:xfrm>
        </p:spPr>
        <p:txBody>
          <a:bodyPr anchor="t"/>
          <a:lstStyle/>
          <a:p>
            <a:r>
              <a:rPr lang="en-IN" dirty="0"/>
              <a:t>Report request: </a:t>
            </a:r>
          </a:p>
        </p:txBody>
      </p:sp>
      <p:sp>
        <p:nvSpPr>
          <p:cNvPr id="3" name="S1_GeneratedOn">
            <a:extLst>
              <a:ext uri="{FF2B5EF4-FFF2-40B4-BE49-F238E27FC236}">
                <a16:creationId xmlns:a16="http://schemas.microsoft.com/office/drawing/2014/main" id="{6451E85C-FE07-526B-8872-001C7ED28FA8}"/>
              </a:ext>
            </a:extLst>
          </p:cNvPr>
          <p:cNvSpPr txBox="1">
            <a:spLocks/>
          </p:cNvSpPr>
          <p:nvPr/>
        </p:nvSpPr>
        <p:spPr>
          <a:xfrm>
            <a:off x="479425" y="5434488"/>
            <a:ext cx="4206240" cy="184666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lang="en-US" sz="2000" b="0" i="0" kern="1200" dirty="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6832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i="1" dirty="0"/>
              <a:t>Generated Date and Time</a:t>
            </a:r>
          </a:p>
        </p:txBody>
      </p:sp>
      <p:sp>
        <p:nvSpPr>
          <p:cNvPr id="5" name="S1_Scope">
            <a:extLst>
              <a:ext uri="{FF2B5EF4-FFF2-40B4-BE49-F238E27FC236}">
                <a16:creationId xmlns:a16="http://schemas.microsoft.com/office/drawing/2014/main" id="{06CD2CCF-5166-8A73-8565-475E85DC6F70}"/>
              </a:ext>
            </a:extLst>
          </p:cNvPr>
          <p:cNvSpPr txBox="1">
            <a:spLocks/>
          </p:cNvSpPr>
          <p:nvPr/>
        </p:nvSpPr>
        <p:spPr>
          <a:xfrm>
            <a:off x="489585" y="4987448"/>
            <a:ext cx="4206240" cy="276999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lang="en-US" sz="2000" b="0" i="0" kern="1200" dirty="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6832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Scope: North America | CPG</a:t>
            </a:r>
          </a:p>
        </p:txBody>
      </p:sp>
    </p:spTree>
    <p:extLst>
      <p:ext uri="{BB962C8B-B14F-4D97-AF65-F5344CB8AC3E}">
        <p14:creationId xmlns:p14="http://schemas.microsoft.com/office/powerpoint/2010/main" val="2048064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2_title">
            <a:extLst>
              <a:ext uri="{FF2B5EF4-FFF2-40B4-BE49-F238E27FC236}">
                <a16:creationId xmlns:a16="http://schemas.microsoft.com/office/drawing/2014/main" id="{05C9BE63-0493-59CB-F486-D463ACC02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  <a:endParaRPr lang="en-IN" dirty="0"/>
          </a:p>
        </p:txBody>
      </p:sp>
      <p:sp>
        <p:nvSpPr>
          <p:cNvPr id="8" name="S2_body">
            <a:extLst>
              <a:ext uri="{FF2B5EF4-FFF2-40B4-BE49-F238E27FC236}">
                <a16:creationId xmlns:a16="http://schemas.microsoft.com/office/drawing/2014/main" id="{3219A9BF-3491-35EC-71D1-2C322671254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1"/>
            <a:endParaRPr lang="en-US" b="1" dirty="0"/>
          </a:p>
        </p:txBody>
      </p:sp>
      <p:sp>
        <p:nvSpPr>
          <p:cNvPr id="3" name="S2_footer">
            <a:extLst>
              <a:ext uri="{FF2B5EF4-FFF2-40B4-BE49-F238E27FC236}">
                <a16:creationId xmlns:a16="http://schemas.microsoft.com/office/drawing/2014/main" id="{FC3869AC-CAEF-865F-14CC-94CEA4999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75138" y="6524625"/>
            <a:ext cx="3621087" cy="238125"/>
          </a:xfrm>
        </p:spPr>
        <p:txBody>
          <a:bodyPr/>
          <a:lstStyle/>
          <a:p>
            <a:r>
              <a:rPr lang="en-US" dirty="0"/>
              <a:t>© 2026 C5i, All Rights Reserved. AI Generated Content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A46E4-C580-7C8B-0696-CF07C6C12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9375" y="6532116"/>
            <a:ext cx="2743200" cy="238125"/>
          </a:xfrm>
        </p:spPr>
        <p:txBody>
          <a:bodyPr/>
          <a:lstStyle/>
          <a:p>
            <a:fld id="{706F20ED-AAF6-4A17-97AA-86A4AF4EDCD9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6" name="S2_kpi1_card">
            <a:extLst>
              <a:ext uri="{FF2B5EF4-FFF2-40B4-BE49-F238E27FC236}">
                <a16:creationId xmlns:a16="http://schemas.microsoft.com/office/drawing/2014/main" id="{7E89730B-9084-BAF1-BA96-26A331777E03}"/>
              </a:ext>
            </a:extLst>
          </p:cNvPr>
          <p:cNvSpPr/>
          <p:nvPr/>
        </p:nvSpPr>
        <p:spPr>
          <a:xfrm>
            <a:off x="1470660" y="4937760"/>
            <a:ext cx="3355340" cy="1259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S2_kpi2_card">
            <a:extLst>
              <a:ext uri="{FF2B5EF4-FFF2-40B4-BE49-F238E27FC236}">
                <a16:creationId xmlns:a16="http://schemas.microsoft.com/office/drawing/2014/main" id="{68664852-D0A1-8246-191C-163C508249CA}"/>
              </a:ext>
            </a:extLst>
          </p:cNvPr>
          <p:cNvSpPr/>
          <p:nvPr/>
        </p:nvSpPr>
        <p:spPr>
          <a:xfrm>
            <a:off x="5044440" y="4927600"/>
            <a:ext cx="3286760" cy="1259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9" name="S2_kpi3_card">
            <a:extLst>
              <a:ext uri="{FF2B5EF4-FFF2-40B4-BE49-F238E27FC236}">
                <a16:creationId xmlns:a16="http://schemas.microsoft.com/office/drawing/2014/main" id="{DF3D3E2A-5183-D520-8C54-2253A1803CF9}"/>
              </a:ext>
            </a:extLst>
          </p:cNvPr>
          <p:cNvSpPr/>
          <p:nvPr/>
        </p:nvSpPr>
        <p:spPr>
          <a:xfrm>
            <a:off x="8618220" y="4907280"/>
            <a:ext cx="3096260" cy="1259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S2_kpi1_value">
            <a:extLst>
              <a:ext uri="{FF2B5EF4-FFF2-40B4-BE49-F238E27FC236}">
                <a16:creationId xmlns:a16="http://schemas.microsoft.com/office/drawing/2014/main" id="{2EA63C65-61AB-F54B-7641-BF6558A1620B}"/>
              </a:ext>
            </a:extLst>
          </p:cNvPr>
          <p:cNvSpPr txBox="1"/>
          <p:nvPr/>
        </p:nvSpPr>
        <p:spPr>
          <a:xfrm>
            <a:off x="1869440" y="5080000"/>
            <a:ext cx="1220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tabLst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420897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60%</a:t>
            </a:r>
          </a:p>
        </p:txBody>
      </p:sp>
      <p:sp>
        <p:nvSpPr>
          <p:cNvPr id="11" name="S2_kpi2_value">
            <a:extLst>
              <a:ext uri="{FF2B5EF4-FFF2-40B4-BE49-F238E27FC236}">
                <a16:creationId xmlns:a16="http://schemas.microsoft.com/office/drawing/2014/main" id="{D1C72088-97BB-2E84-AE90-DA4A471BF009}"/>
              </a:ext>
            </a:extLst>
          </p:cNvPr>
          <p:cNvSpPr txBox="1"/>
          <p:nvPr/>
        </p:nvSpPr>
        <p:spPr>
          <a:xfrm>
            <a:off x="5486400" y="5090160"/>
            <a:ext cx="1220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tabLst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420897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60%</a:t>
            </a:r>
          </a:p>
        </p:txBody>
      </p:sp>
      <p:sp>
        <p:nvSpPr>
          <p:cNvPr id="12" name="S2_kpi3_value">
            <a:extLst>
              <a:ext uri="{FF2B5EF4-FFF2-40B4-BE49-F238E27FC236}">
                <a16:creationId xmlns:a16="http://schemas.microsoft.com/office/drawing/2014/main" id="{7252A827-E7B2-99BD-CCF3-719AAADF8E36}"/>
              </a:ext>
            </a:extLst>
          </p:cNvPr>
          <p:cNvSpPr txBox="1"/>
          <p:nvPr/>
        </p:nvSpPr>
        <p:spPr>
          <a:xfrm>
            <a:off x="9113520" y="4998720"/>
            <a:ext cx="1220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tabLst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420897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60%</a:t>
            </a:r>
          </a:p>
        </p:txBody>
      </p:sp>
      <p:sp>
        <p:nvSpPr>
          <p:cNvPr id="13" name="S2_kpi1_label">
            <a:extLst>
              <a:ext uri="{FF2B5EF4-FFF2-40B4-BE49-F238E27FC236}">
                <a16:creationId xmlns:a16="http://schemas.microsoft.com/office/drawing/2014/main" id="{2474BC77-9BD7-5495-4630-84919504489A}"/>
              </a:ext>
            </a:extLst>
          </p:cNvPr>
          <p:cNvSpPr txBox="1"/>
          <p:nvPr/>
        </p:nvSpPr>
        <p:spPr>
          <a:xfrm>
            <a:off x="1645920" y="5760720"/>
            <a:ext cx="1779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buClr>
                <a:schemeClr val="bg2"/>
              </a:buClr>
            </a:pPr>
            <a:r>
              <a:rPr lang="en-IN" b="1" dirty="0"/>
              <a:t>Total Damages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Segoe UI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S2_kpi2_label">
            <a:extLst>
              <a:ext uri="{FF2B5EF4-FFF2-40B4-BE49-F238E27FC236}">
                <a16:creationId xmlns:a16="http://schemas.microsoft.com/office/drawing/2014/main" id="{7BD91979-0256-B436-7322-9402B23B335B}"/>
              </a:ext>
            </a:extLst>
          </p:cNvPr>
          <p:cNvSpPr txBox="1"/>
          <p:nvPr/>
        </p:nvSpPr>
        <p:spPr>
          <a:xfrm>
            <a:off x="5608320" y="5740400"/>
            <a:ext cx="813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buClr>
                <a:schemeClr val="bg2"/>
              </a:buClr>
            </a:pPr>
            <a:r>
              <a:rPr lang="en-IN" b="1" dirty="0"/>
              <a:t>Stales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Segoe UI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S2_kpi3_label">
            <a:extLst>
              <a:ext uri="{FF2B5EF4-FFF2-40B4-BE49-F238E27FC236}">
                <a16:creationId xmlns:a16="http://schemas.microsoft.com/office/drawing/2014/main" id="{C2D843DB-3185-1206-9E12-34ABBD5DBFBE}"/>
              </a:ext>
            </a:extLst>
          </p:cNvPr>
          <p:cNvSpPr txBox="1"/>
          <p:nvPr/>
        </p:nvSpPr>
        <p:spPr>
          <a:xfrm>
            <a:off x="8656320" y="5720080"/>
            <a:ext cx="2066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buClr>
                <a:schemeClr val="bg2"/>
              </a:buClr>
            </a:pPr>
            <a:r>
              <a:rPr lang="en-IN" b="1" dirty="0"/>
              <a:t>Forecast Variance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Segoe U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241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0615E-4C5D-BD56-275E-01270C3D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3_title">
            <a:extLst>
              <a:ext uri="{FF2B5EF4-FFF2-40B4-BE49-F238E27FC236}">
                <a16:creationId xmlns:a16="http://schemas.microsoft.com/office/drawing/2014/main" id="{4E4E1E53-91B2-E4F1-F414-BE9DE05E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 Analysis</a:t>
            </a:r>
            <a:endParaRPr lang="en-IN" dirty="0"/>
          </a:p>
        </p:txBody>
      </p:sp>
      <p:sp>
        <p:nvSpPr>
          <p:cNvPr id="8" name="s3_insights">
            <a:extLst>
              <a:ext uri="{FF2B5EF4-FFF2-40B4-BE49-F238E27FC236}">
                <a16:creationId xmlns:a16="http://schemas.microsoft.com/office/drawing/2014/main" id="{D32591D1-2C8F-D6C7-4609-DE7A7D324A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0225" y="1130154"/>
            <a:ext cx="11233150" cy="1623206"/>
          </a:xfrm>
        </p:spPr>
        <p:txBody>
          <a:bodyPr/>
          <a:lstStyle/>
          <a:p>
            <a:pPr lvl="1"/>
            <a:endParaRPr lang="en-US" dirty="0"/>
          </a:p>
        </p:txBody>
      </p:sp>
      <p:sp>
        <p:nvSpPr>
          <p:cNvPr id="3" name="s3_footer">
            <a:extLst>
              <a:ext uri="{FF2B5EF4-FFF2-40B4-BE49-F238E27FC236}">
                <a16:creationId xmlns:a16="http://schemas.microsoft.com/office/drawing/2014/main" id="{FDD78461-6E10-C9A6-7683-D4A5B9A49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75138" y="6524625"/>
            <a:ext cx="3621087" cy="238125"/>
          </a:xfrm>
        </p:spPr>
        <p:txBody>
          <a:bodyPr/>
          <a:lstStyle/>
          <a:p>
            <a:r>
              <a:rPr lang="en-US" dirty="0"/>
              <a:t>© 2026 C5i, All Rights Reserved. AI Generated Content</a:t>
            </a:r>
            <a:endParaRPr lang="en-IN" dirty="0"/>
          </a:p>
        </p:txBody>
      </p:sp>
      <p:sp>
        <p:nvSpPr>
          <p:cNvPr id="4" name="s3_slideNo">
            <a:extLst>
              <a:ext uri="{FF2B5EF4-FFF2-40B4-BE49-F238E27FC236}">
                <a16:creationId xmlns:a16="http://schemas.microsoft.com/office/drawing/2014/main" id="{C95EA841-CAA2-12EC-4E9E-72697148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9375" y="6532116"/>
            <a:ext cx="2743200" cy="238125"/>
          </a:xfrm>
        </p:spPr>
        <p:txBody>
          <a:bodyPr/>
          <a:lstStyle/>
          <a:p>
            <a:fld id="{706F20ED-AAF6-4A17-97AA-86A4AF4EDCD9}" type="slidenum">
              <a:rPr lang="en-IN" smtClean="0"/>
              <a:pPr/>
              <a:t>3</a:t>
            </a:fld>
            <a:endParaRPr lang="en-IN" dirty="0"/>
          </a:p>
        </p:txBody>
      </p:sp>
      <p:graphicFrame>
        <p:nvGraphicFramePr>
          <p:cNvPr id="7" name="s3_chart_trend">
            <a:extLst>
              <a:ext uri="{FF2B5EF4-FFF2-40B4-BE49-F238E27FC236}">
                <a16:creationId xmlns:a16="http://schemas.microsoft.com/office/drawing/2014/main" id="{BC6E195E-7138-49C8-4117-40DDE636F4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9821472"/>
              </p:ext>
            </p:extLst>
          </p:nvPr>
        </p:nvGraphicFramePr>
        <p:xfrm>
          <a:off x="1351280" y="2507826"/>
          <a:ext cx="9570720" cy="3984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56503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_title">
            <a:extLst>
              <a:ext uri="{FF2B5EF4-FFF2-40B4-BE49-F238E27FC236}">
                <a16:creationId xmlns:a16="http://schemas.microsoft.com/office/drawing/2014/main" id="{EAEBA926-F6D2-69DC-7F2C-6793511DB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Drivers</a:t>
            </a:r>
          </a:p>
        </p:txBody>
      </p:sp>
      <p:sp>
        <p:nvSpPr>
          <p:cNvPr id="3" name="s4_footer">
            <a:extLst>
              <a:ext uri="{FF2B5EF4-FFF2-40B4-BE49-F238E27FC236}">
                <a16:creationId xmlns:a16="http://schemas.microsoft.com/office/drawing/2014/main" id="{47ACCBC3-86A1-C991-B132-7117369CB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C5i, All Rights Reserved. AI Generated Content</a:t>
            </a:r>
            <a:endParaRPr lang="en-IN" dirty="0"/>
          </a:p>
        </p:txBody>
      </p:sp>
      <p:sp>
        <p:nvSpPr>
          <p:cNvPr id="4" name="S4_slideNo">
            <a:extLst>
              <a:ext uri="{FF2B5EF4-FFF2-40B4-BE49-F238E27FC236}">
                <a16:creationId xmlns:a16="http://schemas.microsoft.com/office/drawing/2014/main" id="{DD1EBF30-01DC-6E5F-6B9B-93F6A762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7" name="s4_body_bullets">
            <a:extLst>
              <a:ext uri="{FF2B5EF4-FFF2-40B4-BE49-F238E27FC236}">
                <a16:creationId xmlns:a16="http://schemas.microsoft.com/office/drawing/2014/main" id="{D6763F2A-87E1-EA55-6F4D-31078FDA4B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graphicFrame>
        <p:nvGraphicFramePr>
          <p:cNvPr id="25" name="s4_chart_top_drivers">
            <a:extLst>
              <a:ext uri="{FF2B5EF4-FFF2-40B4-BE49-F238E27FC236}">
                <a16:creationId xmlns:a16="http://schemas.microsoft.com/office/drawing/2014/main" id="{8FF0FD6E-9A06-3539-93CD-817E8A49C7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9223451"/>
              </p:ext>
            </p:extLst>
          </p:nvPr>
        </p:nvGraphicFramePr>
        <p:xfrm>
          <a:off x="6448773" y="1069194"/>
          <a:ext cx="5406044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15798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5_title">
            <a:extLst>
              <a:ext uri="{FF2B5EF4-FFF2-40B4-BE49-F238E27FC236}">
                <a16:creationId xmlns:a16="http://schemas.microsoft.com/office/drawing/2014/main" id="{E49CF08E-7887-44CC-5D3B-2BB50B414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s5_footer">
            <a:extLst>
              <a:ext uri="{FF2B5EF4-FFF2-40B4-BE49-F238E27FC236}">
                <a16:creationId xmlns:a16="http://schemas.microsoft.com/office/drawing/2014/main" id="{386F9AFD-06F2-11CD-5052-825C746FD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C5i, All Rights Reserved. AI Generated Content</a:t>
            </a:r>
            <a:endParaRPr lang="en-IN" dirty="0"/>
          </a:p>
        </p:txBody>
      </p:sp>
      <p:sp>
        <p:nvSpPr>
          <p:cNvPr id="4" name="S5_slideNo">
            <a:extLst>
              <a:ext uri="{FF2B5EF4-FFF2-40B4-BE49-F238E27FC236}">
                <a16:creationId xmlns:a16="http://schemas.microsoft.com/office/drawing/2014/main" id="{0F1DAE53-4C86-8FCB-9D02-6D1E882BA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5</a:t>
            </a:fld>
            <a:endParaRPr lang="en-IN"/>
          </a:p>
        </p:txBody>
      </p:sp>
      <p:sp>
        <p:nvSpPr>
          <p:cNvPr id="5" name="s5_body">
            <a:extLst>
              <a:ext uri="{FF2B5EF4-FFF2-40B4-BE49-F238E27FC236}">
                <a16:creationId xmlns:a16="http://schemas.microsoft.com/office/drawing/2014/main" id="{4948BB67-E245-5023-CDA4-A4239009C4B5}"/>
              </a:ext>
            </a:extLst>
          </p:cNvPr>
          <p:cNvSpPr txBox="1">
            <a:spLocks/>
          </p:cNvSpPr>
          <p:nvPr/>
        </p:nvSpPr>
        <p:spPr>
          <a:xfrm>
            <a:off x="479425" y="1607674"/>
            <a:ext cx="11233150" cy="4572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lang="en-US" sz="2000" b="0" i="0" kern="1200" dirty="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6832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72635074"/>
      </p:ext>
    </p:extLst>
  </p:cSld>
  <p:clrMapOvr>
    <a:masterClrMapping/>
  </p:clrMapOvr>
</p:sld>
</file>

<file path=ppt/theme/theme1.xml><?xml version="1.0" encoding="utf-8"?>
<a:theme xmlns:a="http://schemas.openxmlformats.org/drawingml/2006/main" name="1_Covers and Dividers">
  <a:themeElements>
    <a:clrScheme name="C5i">
      <a:dk1>
        <a:sysClr val="windowText" lastClr="000000"/>
      </a:dk1>
      <a:lt1>
        <a:sysClr val="window" lastClr="FFFFFF"/>
      </a:lt1>
      <a:dk2>
        <a:srgbClr val="0C0C0C"/>
      </a:dk2>
      <a:lt2>
        <a:srgbClr val="6800E0"/>
      </a:lt2>
      <a:accent1>
        <a:srgbClr val="F6F6F6"/>
      </a:accent1>
      <a:accent2>
        <a:srgbClr val="BC9BEC"/>
      </a:accent2>
      <a:accent3>
        <a:srgbClr val="8C51E1"/>
      </a:accent3>
      <a:accent4>
        <a:srgbClr val="420897"/>
      </a:accent4>
      <a:accent5>
        <a:srgbClr val="CCCCCC"/>
      </a:accent5>
      <a:accent6>
        <a:srgbClr val="242424"/>
      </a:accent6>
      <a:hlink>
        <a:srgbClr val="260356"/>
      </a:hlink>
      <a:folHlink>
        <a:srgbClr val="B7B7B7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285750" marR="0" indent="-285750" algn="l" defTabSz="914400" rtl="0" eaLnBrk="1" fontAlgn="auto" latinLnBrk="0" hangingPunct="1">
          <a:lnSpc>
            <a:spcPct val="100000"/>
          </a:lnSpc>
          <a:spcBef>
            <a:spcPts val="600"/>
          </a:spcBef>
          <a:spcAft>
            <a:spcPts val="0"/>
          </a:spcAft>
          <a:buClr>
            <a:schemeClr val="bg2"/>
          </a:buClr>
          <a:buSzTx/>
          <a:buFont typeface="Wingdings" panose="05000000000000000000" pitchFamily="2" charset="2"/>
          <a:buChar char="§"/>
          <a:tabLst/>
          <a:defRPr kumimoji="0" b="0" i="0" u="none" strike="noStrike" kern="1200" cap="none" spc="0" normalizeH="0" baseline="0" noProof="0" dirty="0" smtClean="0">
            <a:ln>
              <a:noFill/>
            </a:ln>
            <a:solidFill>
              <a:srgbClr val="0C0C0C"/>
            </a:solidFill>
            <a:effectLst/>
            <a:uLnTx/>
            <a:uFillTx/>
            <a:latin typeface="Segoe UI"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Content">
  <a:themeElements>
    <a:clrScheme name="C5i Latest Template">
      <a:dk1>
        <a:sysClr val="windowText" lastClr="000000"/>
      </a:dk1>
      <a:lt1>
        <a:sysClr val="window" lastClr="FFFFFF"/>
      </a:lt1>
      <a:dk2>
        <a:srgbClr val="0C0C0C"/>
      </a:dk2>
      <a:lt2>
        <a:srgbClr val="6800E0"/>
      </a:lt2>
      <a:accent1>
        <a:srgbClr val="F6F6F6"/>
      </a:accent1>
      <a:accent2>
        <a:srgbClr val="BC9BEC"/>
      </a:accent2>
      <a:accent3>
        <a:srgbClr val="8C51E1"/>
      </a:accent3>
      <a:accent4>
        <a:srgbClr val="420897"/>
      </a:accent4>
      <a:accent5>
        <a:srgbClr val="CCCCCC"/>
      </a:accent5>
      <a:accent6>
        <a:srgbClr val="242424"/>
      </a:accent6>
      <a:hlink>
        <a:srgbClr val="260356"/>
      </a:hlink>
      <a:folHlink>
        <a:srgbClr val="B7B7B7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285750" marR="0" indent="-285750" algn="l" defTabSz="914400" rtl="0" eaLnBrk="1" fontAlgn="auto" latinLnBrk="0" hangingPunct="1">
          <a:lnSpc>
            <a:spcPct val="100000"/>
          </a:lnSpc>
          <a:spcBef>
            <a:spcPts val="600"/>
          </a:spcBef>
          <a:spcAft>
            <a:spcPts val="0"/>
          </a:spcAft>
          <a:buClr>
            <a:schemeClr val="bg2"/>
          </a:buClr>
          <a:buSzTx/>
          <a:buFont typeface="Wingdings" panose="05000000000000000000" pitchFamily="2" charset="2"/>
          <a:buChar char="§"/>
          <a:tabLst/>
          <a:defRPr kumimoji="0" b="0" i="0" u="none" strike="noStrike" kern="1200" cap="none" spc="0" normalizeH="0" baseline="0" noProof="0" dirty="0" smtClean="0">
            <a:ln>
              <a:noFill/>
            </a:ln>
            <a:solidFill>
              <a:srgbClr val="0C0C0C"/>
            </a:solidFill>
            <a:effectLst/>
            <a:uLnTx/>
            <a:uFillTx/>
            <a:latin typeface="Segoe UI"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Klassify>
  <SNO>1</SNO>
  <KDate>2025-09-02 10:02:20</KDate>
  <Classification>INTERNAL</Classification>
  <Subclassification/>
  <HostName>ETVBL689</HostName>
  <Domain_User>COURSE5/Akshatha.Gowda</Domain_User>
  <IPAdd>192.168.0.109</IPAdd>
  <FilePath>https://mrctab-my.sharepoint.com/personal/harshali_deshmukh_course5i_com/Documents/L&amp;D Database/C5i Presentation Template Training/C5i Latest Brand Template.pptx</FilePath>
  <KID>581CF8DB7225638924041407509907</KID>
  <UniqueName/>
  <Suggested/>
  <Justification/>
  <KlassifyGUID>c3d682da-c048-4cb7-a500-ec6b4a475edc</KlassifyGUID>
</Klassify>
</file>

<file path=customXml/itemProps1.xml><?xml version="1.0" encoding="utf-8"?>
<ds:datastoreItem xmlns:ds="http://schemas.openxmlformats.org/officeDocument/2006/customXml" ds:itemID="{33DA951D-14EE-4E9E-AB98-37B0A37339F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97</Words>
  <Application>Microsoft Office PowerPoint</Application>
  <PresentationFormat>Widescreen</PresentationFormat>
  <Paragraphs>30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Segoe UI</vt:lpstr>
      <vt:lpstr>Segoe UI Semibold</vt:lpstr>
      <vt:lpstr>Wingdings</vt:lpstr>
      <vt:lpstr>1_Covers and Dividers</vt:lpstr>
      <vt:lpstr>2_Content</vt:lpstr>
      <vt:lpstr>Finished Goods Waste Reduction</vt:lpstr>
      <vt:lpstr>Executive Summary</vt:lpstr>
      <vt:lpstr>Trend Analysis</vt:lpstr>
      <vt:lpstr>Top Drivers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Pratyusha K</dc:creator>
  <cp:keywords>INTERNAL</cp:keywords>
  <cp:lastModifiedBy>Vishwamoorthy R</cp:lastModifiedBy>
  <cp:revision>3</cp:revision>
  <dcterms:created xsi:type="dcterms:W3CDTF">2024-05-06T06:12:14Z</dcterms:created>
  <dcterms:modified xsi:type="dcterms:W3CDTF">2026-06-23T07:27:49Z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68e2e5-4152-45e5-8888-90d343db8048_Enabled">
    <vt:lpwstr>true</vt:lpwstr>
  </property>
  <property fmtid="{D5CDD505-2E9C-101B-9397-08002B2CF9AE}" pid="3" name="MSIP_Label_f368e2e5-4152-45e5-8888-90d343db8048_SetDate">
    <vt:lpwstr>2024-05-28T11:03:23Z</vt:lpwstr>
  </property>
  <property fmtid="{D5CDD505-2E9C-101B-9397-08002B2CF9AE}" pid="4" name="MSIP_Label_f368e2e5-4152-45e5-8888-90d343db8048_Method">
    <vt:lpwstr>Standard</vt:lpwstr>
  </property>
  <property fmtid="{D5CDD505-2E9C-101B-9397-08002B2CF9AE}" pid="5" name="MSIP_Label_f368e2e5-4152-45e5-8888-90d343db8048_Name">
    <vt:lpwstr>defa4170-0d19-0005-0000-bc88714345d2</vt:lpwstr>
  </property>
  <property fmtid="{D5CDD505-2E9C-101B-9397-08002B2CF9AE}" pid="6" name="MSIP_Label_f368e2e5-4152-45e5-8888-90d343db8048_SiteId">
    <vt:lpwstr>b5af2451-e21b-4aa2-b4b5-dc5907908dd8</vt:lpwstr>
  </property>
  <property fmtid="{D5CDD505-2E9C-101B-9397-08002B2CF9AE}" pid="7" name="MSIP_Label_f368e2e5-4152-45e5-8888-90d343db8048_ActionId">
    <vt:lpwstr>99927c61-1b52-4281-9e3c-304ade31c5f1</vt:lpwstr>
  </property>
  <property fmtid="{D5CDD505-2E9C-101B-9397-08002B2CF9AE}" pid="8" name="MSIP_Label_f368e2e5-4152-45e5-8888-90d343db8048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Internal</vt:lpwstr>
  </property>
  <property fmtid="{D5CDD505-2E9C-101B-9397-08002B2CF9AE}" pid="11" name="KlassifyGUID">
    <vt:lpwstr>c3d682da-c048-4cb7-a500-ec6b4a475edc</vt:lpwstr>
  </property>
  <property fmtid="{D5CDD505-2E9C-101B-9397-08002B2CF9AE}" pid="12" name="Classification">
    <vt:lpwstr>INTERNAL</vt:lpwstr>
  </property>
  <property fmtid="{D5CDD505-2E9C-101B-9397-08002B2CF9AE}" pid="13" name="KID">
    <vt:lpwstr>581CF8DB7225638924041407509907</vt:lpwstr>
  </property>
</Properties>
</file>